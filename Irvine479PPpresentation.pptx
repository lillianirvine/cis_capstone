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4" Type="http://schemas.openxmlformats.org/officeDocument/2006/relationships/image" Target="../media/image4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4" Type="http://schemas.openxmlformats.org/officeDocument/2006/relationships/image" Target="../media/image8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Relationship Id="rId4" Type="http://schemas.openxmlformats.org/officeDocument/2006/relationships/image" Target="../media/image1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4" Type="http://schemas.openxmlformats.org/officeDocument/2006/relationships/image" Target="../media/image4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4" Type="http://schemas.openxmlformats.org/officeDocument/2006/relationships/image" Target="../media/image8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Relationship Id="rId4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8DC26C9-C20D-4BE9-BB43-48501B327EEA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F6423C7C-B306-4B89-AA89-37EB31552FFC}">
      <dgm:prSet/>
      <dgm:spPr/>
      <dgm:t>
        <a:bodyPr/>
        <a:lstStyle/>
        <a:p>
          <a:pPr>
            <a:defRPr cap="all"/>
          </a:pPr>
          <a:r>
            <a:rPr lang="en-US"/>
            <a:t>Rise of Artificial Intelligence</a:t>
          </a:r>
        </a:p>
      </dgm:t>
    </dgm:pt>
    <dgm:pt modelId="{4FE3DE97-F2E3-4EB2-9552-5A49563BF0F1}" type="parTrans" cxnId="{86E54C80-B30A-4C27-A312-7F0AEF324116}">
      <dgm:prSet/>
      <dgm:spPr/>
      <dgm:t>
        <a:bodyPr/>
        <a:lstStyle/>
        <a:p>
          <a:endParaRPr lang="en-US"/>
        </a:p>
      </dgm:t>
    </dgm:pt>
    <dgm:pt modelId="{DCC3B65E-D8D3-4B06-A163-0A5E8B16D53A}" type="sibTrans" cxnId="{86E54C80-B30A-4C27-A312-7F0AEF324116}">
      <dgm:prSet/>
      <dgm:spPr/>
      <dgm:t>
        <a:bodyPr/>
        <a:lstStyle/>
        <a:p>
          <a:endParaRPr lang="en-US"/>
        </a:p>
      </dgm:t>
    </dgm:pt>
    <dgm:pt modelId="{1F65E9D7-BFC9-4F8C-B9EA-E28F2276DC2A}">
      <dgm:prSet/>
      <dgm:spPr/>
      <dgm:t>
        <a:bodyPr/>
        <a:lstStyle/>
        <a:p>
          <a:pPr>
            <a:defRPr cap="all"/>
          </a:pPr>
          <a:r>
            <a:rPr lang="en-US"/>
            <a:t>Questions about Creativity and Originality</a:t>
          </a:r>
        </a:p>
      </dgm:t>
    </dgm:pt>
    <dgm:pt modelId="{99B6D441-2B24-49AB-9E46-D4C8E6034E2B}" type="parTrans" cxnId="{655C6100-73BB-456D-9795-F8CF3958C670}">
      <dgm:prSet/>
      <dgm:spPr/>
      <dgm:t>
        <a:bodyPr/>
        <a:lstStyle/>
        <a:p>
          <a:endParaRPr lang="en-US"/>
        </a:p>
      </dgm:t>
    </dgm:pt>
    <dgm:pt modelId="{2CE00014-0EA1-458B-8083-C14EF6A06AD3}" type="sibTrans" cxnId="{655C6100-73BB-456D-9795-F8CF3958C670}">
      <dgm:prSet/>
      <dgm:spPr/>
      <dgm:t>
        <a:bodyPr/>
        <a:lstStyle/>
        <a:p>
          <a:endParaRPr lang="en-US"/>
        </a:p>
      </dgm:t>
    </dgm:pt>
    <dgm:pt modelId="{2EFCA7F4-EBC7-41F3-91F8-A687C035B733}">
      <dgm:prSet/>
      <dgm:spPr/>
      <dgm:t>
        <a:bodyPr/>
        <a:lstStyle/>
        <a:p>
          <a:pPr>
            <a:defRPr cap="all"/>
          </a:pPr>
          <a:r>
            <a:rPr lang="en-US"/>
            <a:t>AI as a tool, collaborator, or generator</a:t>
          </a:r>
        </a:p>
      </dgm:t>
    </dgm:pt>
    <dgm:pt modelId="{3469AED1-9B8D-4741-83AF-266FE3C24EE2}" type="parTrans" cxnId="{40A806E6-4996-4338-8AEC-27317DAF832A}">
      <dgm:prSet/>
      <dgm:spPr/>
      <dgm:t>
        <a:bodyPr/>
        <a:lstStyle/>
        <a:p>
          <a:endParaRPr lang="en-US"/>
        </a:p>
      </dgm:t>
    </dgm:pt>
    <dgm:pt modelId="{39A0B9C0-B69B-4F80-BF64-6357D26E8EC4}" type="sibTrans" cxnId="{40A806E6-4996-4338-8AEC-27317DAF832A}">
      <dgm:prSet/>
      <dgm:spPr/>
      <dgm:t>
        <a:bodyPr/>
        <a:lstStyle/>
        <a:p>
          <a:endParaRPr lang="en-US"/>
        </a:p>
      </dgm:t>
    </dgm:pt>
    <dgm:pt modelId="{B7E96124-4FF3-4F58-9349-9637C514BD08}">
      <dgm:prSet/>
      <dgm:spPr/>
      <dgm:t>
        <a:bodyPr/>
        <a:lstStyle/>
        <a:p>
          <a:pPr>
            <a:defRPr cap="all"/>
          </a:pPr>
          <a:r>
            <a:rPr lang="en-US"/>
            <a:t>AI requires redefining creativity</a:t>
          </a:r>
        </a:p>
      </dgm:t>
    </dgm:pt>
    <dgm:pt modelId="{CE905611-E46F-416C-B937-1A8B18A5B778}" type="parTrans" cxnId="{CB9E3671-4D1A-4D11-922D-BFE4465305D3}">
      <dgm:prSet/>
      <dgm:spPr/>
      <dgm:t>
        <a:bodyPr/>
        <a:lstStyle/>
        <a:p>
          <a:endParaRPr lang="en-US"/>
        </a:p>
      </dgm:t>
    </dgm:pt>
    <dgm:pt modelId="{276969E6-3856-4F8A-B4BF-2690AF7D0A46}" type="sibTrans" cxnId="{CB9E3671-4D1A-4D11-922D-BFE4465305D3}">
      <dgm:prSet/>
      <dgm:spPr/>
      <dgm:t>
        <a:bodyPr/>
        <a:lstStyle/>
        <a:p>
          <a:endParaRPr lang="en-US"/>
        </a:p>
      </dgm:t>
    </dgm:pt>
    <dgm:pt modelId="{7A4A899D-DD2E-46CB-AC53-5C0541E4EEAB}" type="pres">
      <dgm:prSet presAssocID="{B8DC26C9-C20D-4BE9-BB43-48501B327EEA}" presName="root" presStyleCnt="0">
        <dgm:presLayoutVars>
          <dgm:dir/>
          <dgm:resizeHandles val="exact"/>
        </dgm:presLayoutVars>
      </dgm:prSet>
      <dgm:spPr/>
    </dgm:pt>
    <dgm:pt modelId="{3AF7E131-78D0-406A-90BF-54726F10857F}" type="pres">
      <dgm:prSet presAssocID="{F6423C7C-B306-4B89-AA89-37EB31552FFC}" presName="compNode" presStyleCnt="0"/>
      <dgm:spPr/>
    </dgm:pt>
    <dgm:pt modelId="{B115DDFF-15FC-4F05-A645-F30950066FF4}" type="pres">
      <dgm:prSet presAssocID="{F6423C7C-B306-4B89-AA89-37EB31552FFC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ACC57839-D0A5-450D-A9E3-461432287DFD}" type="pres">
      <dgm:prSet presAssocID="{F6423C7C-B306-4B89-AA89-37EB31552FFC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779734FA-35BF-4C85-9368-6CCAF5D7C671}" type="pres">
      <dgm:prSet presAssocID="{F6423C7C-B306-4B89-AA89-37EB31552FFC}" presName="spaceRect" presStyleCnt="0"/>
      <dgm:spPr/>
    </dgm:pt>
    <dgm:pt modelId="{E3898F06-290F-4469-A17F-26B936E7B81E}" type="pres">
      <dgm:prSet presAssocID="{F6423C7C-B306-4B89-AA89-37EB31552FFC}" presName="textRect" presStyleLbl="revTx" presStyleIdx="0" presStyleCnt="4">
        <dgm:presLayoutVars>
          <dgm:chMax val="1"/>
          <dgm:chPref val="1"/>
        </dgm:presLayoutVars>
      </dgm:prSet>
      <dgm:spPr/>
    </dgm:pt>
    <dgm:pt modelId="{3FB709CD-0E95-453C-8A80-0B8FC673A97A}" type="pres">
      <dgm:prSet presAssocID="{DCC3B65E-D8D3-4B06-A163-0A5E8B16D53A}" presName="sibTrans" presStyleCnt="0"/>
      <dgm:spPr/>
    </dgm:pt>
    <dgm:pt modelId="{81EE70D9-41B0-4AF7-9FB1-3FA144797B9E}" type="pres">
      <dgm:prSet presAssocID="{1F65E9D7-BFC9-4F8C-B9EA-E28F2276DC2A}" presName="compNode" presStyleCnt="0"/>
      <dgm:spPr/>
    </dgm:pt>
    <dgm:pt modelId="{3D64A48E-801E-470C-B560-DC741F3C47A0}" type="pres">
      <dgm:prSet presAssocID="{1F65E9D7-BFC9-4F8C-B9EA-E28F2276DC2A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98EB8D62-C135-4BEB-A115-C26F985A71C5}" type="pres">
      <dgm:prSet presAssocID="{1F65E9D7-BFC9-4F8C-B9EA-E28F2276DC2A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ought bubble"/>
        </a:ext>
      </dgm:extLst>
    </dgm:pt>
    <dgm:pt modelId="{D4CF4BFB-F021-4764-BF0A-831982D186B4}" type="pres">
      <dgm:prSet presAssocID="{1F65E9D7-BFC9-4F8C-B9EA-E28F2276DC2A}" presName="spaceRect" presStyleCnt="0"/>
      <dgm:spPr/>
    </dgm:pt>
    <dgm:pt modelId="{9B7091A1-9E9B-4039-A941-7F808A05A846}" type="pres">
      <dgm:prSet presAssocID="{1F65E9D7-BFC9-4F8C-B9EA-E28F2276DC2A}" presName="textRect" presStyleLbl="revTx" presStyleIdx="1" presStyleCnt="4">
        <dgm:presLayoutVars>
          <dgm:chMax val="1"/>
          <dgm:chPref val="1"/>
        </dgm:presLayoutVars>
      </dgm:prSet>
      <dgm:spPr/>
    </dgm:pt>
    <dgm:pt modelId="{B2CDBE37-C5DA-4E5E-9DF1-A8003A93A125}" type="pres">
      <dgm:prSet presAssocID="{2CE00014-0EA1-458B-8083-C14EF6A06AD3}" presName="sibTrans" presStyleCnt="0"/>
      <dgm:spPr/>
    </dgm:pt>
    <dgm:pt modelId="{1D63740D-136D-41F5-A81E-723BBAB30038}" type="pres">
      <dgm:prSet presAssocID="{2EFCA7F4-EBC7-41F3-91F8-A687C035B733}" presName="compNode" presStyleCnt="0"/>
      <dgm:spPr/>
    </dgm:pt>
    <dgm:pt modelId="{C1847BA2-467D-4B8D-AD5B-AEECC0ADCEA7}" type="pres">
      <dgm:prSet presAssocID="{2EFCA7F4-EBC7-41F3-91F8-A687C035B733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714ECBBD-7E76-4F56-80E9-020A9B4F95A6}" type="pres">
      <dgm:prSet presAssocID="{2EFCA7F4-EBC7-41F3-91F8-A687C035B733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26798F6A-7A17-4A5B-8A7E-2D9C414A9087}" type="pres">
      <dgm:prSet presAssocID="{2EFCA7F4-EBC7-41F3-91F8-A687C035B733}" presName="spaceRect" presStyleCnt="0"/>
      <dgm:spPr/>
    </dgm:pt>
    <dgm:pt modelId="{A069BBBA-C2C7-48FD-8E58-D55A3276C017}" type="pres">
      <dgm:prSet presAssocID="{2EFCA7F4-EBC7-41F3-91F8-A687C035B733}" presName="textRect" presStyleLbl="revTx" presStyleIdx="2" presStyleCnt="4">
        <dgm:presLayoutVars>
          <dgm:chMax val="1"/>
          <dgm:chPref val="1"/>
        </dgm:presLayoutVars>
      </dgm:prSet>
      <dgm:spPr/>
    </dgm:pt>
    <dgm:pt modelId="{CF6324EB-8B78-483D-8165-1332A2477D81}" type="pres">
      <dgm:prSet presAssocID="{39A0B9C0-B69B-4F80-BF64-6357D26E8EC4}" presName="sibTrans" presStyleCnt="0"/>
      <dgm:spPr/>
    </dgm:pt>
    <dgm:pt modelId="{243331DA-DC90-4340-B14D-C3AD52938EE9}" type="pres">
      <dgm:prSet presAssocID="{B7E96124-4FF3-4F58-9349-9637C514BD08}" presName="compNode" presStyleCnt="0"/>
      <dgm:spPr/>
    </dgm:pt>
    <dgm:pt modelId="{39852C77-D5E7-45C1-8C23-219C8EA5F261}" type="pres">
      <dgm:prSet presAssocID="{B7E96124-4FF3-4F58-9349-9637C514BD08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11A535B8-FED2-4029-BB6E-D2696FBA45ED}" type="pres">
      <dgm:prSet presAssocID="{B7E96124-4FF3-4F58-9349-9637C514BD08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E6593CE4-7476-4FEF-8BAA-96E993C0AA79}" type="pres">
      <dgm:prSet presAssocID="{B7E96124-4FF3-4F58-9349-9637C514BD08}" presName="spaceRect" presStyleCnt="0"/>
      <dgm:spPr/>
    </dgm:pt>
    <dgm:pt modelId="{E38505EF-FE68-4E04-B867-B12FF5BCC1FE}" type="pres">
      <dgm:prSet presAssocID="{B7E96124-4FF3-4F58-9349-9637C514BD08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655C6100-73BB-456D-9795-F8CF3958C670}" srcId="{B8DC26C9-C20D-4BE9-BB43-48501B327EEA}" destId="{1F65E9D7-BFC9-4F8C-B9EA-E28F2276DC2A}" srcOrd="1" destOrd="0" parTransId="{99B6D441-2B24-49AB-9E46-D4C8E6034E2B}" sibTransId="{2CE00014-0EA1-458B-8083-C14EF6A06AD3}"/>
    <dgm:cxn modelId="{5F27BF0D-8E45-4241-8102-8050AACD49FF}" type="presOf" srcId="{B7E96124-4FF3-4F58-9349-9637C514BD08}" destId="{E38505EF-FE68-4E04-B867-B12FF5BCC1FE}" srcOrd="0" destOrd="0" presId="urn:microsoft.com/office/officeart/2018/5/layout/IconLeafLabelList"/>
    <dgm:cxn modelId="{53171041-8D31-422C-817A-C872CD698408}" type="presOf" srcId="{2EFCA7F4-EBC7-41F3-91F8-A687C035B733}" destId="{A069BBBA-C2C7-48FD-8E58-D55A3276C017}" srcOrd="0" destOrd="0" presId="urn:microsoft.com/office/officeart/2018/5/layout/IconLeafLabelList"/>
    <dgm:cxn modelId="{CB9E3671-4D1A-4D11-922D-BFE4465305D3}" srcId="{B8DC26C9-C20D-4BE9-BB43-48501B327EEA}" destId="{B7E96124-4FF3-4F58-9349-9637C514BD08}" srcOrd="3" destOrd="0" parTransId="{CE905611-E46F-416C-B937-1A8B18A5B778}" sibTransId="{276969E6-3856-4F8A-B4BF-2690AF7D0A46}"/>
    <dgm:cxn modelId="{86E54C80-B30A-4C27-A312-7F0AEF324116}" srcId="{B8DC26C9-C20D-4BE9-BB43-48501B327EEA}" destId="{F6423C7C-B306-4B89-AA89-37EB31552FFC}" srcOrd="0" destOrd="0" parTransId="{4FE3DE97-F2E3-4EB2-9552-5A49563BF0F1}" sibTransId="{DCC3B65E-D8D3-4B06-A163-0A5E8B16D53A}"/>
    <dgm:cxn modelId="{DC5D9DBD-126D-44CC-93C5-E544E62E6F41}" type="presOf" srcId="{1F65E9D7-BFC9-4F8C-B9EA-E28F2276DC2A}" destId="{9B7091A1-9E9B-4039-A941-7F808A05A846}" srcOrd="0" destOrd="0" presId="urn:microsoft.com/office/officeart/2018/5/layout/IconLeafLabelList"/>
    <dgm:cxn modelId="{40A806E6-4996-4338-8AEC-27317DAF832A}" srcId="{B8DC26C9-C20D-4BE9-BB43-48501B327EEA}" destId="{2EFCA7F4-EBC7-41F3-91F8-A687C035B733}" srcOrd="2" destOrd="0" parTransId="{3469AED1-9B8D-4741-83AF-266FE3C24EE2}" sibTransId="{39A0B9C0-B69B-4F80-BF64-6357D26E8EC4}"/>
    <dgm:cxn modelId="{5122B4EC-CB72-40C5-91D7-8F42172130F1}" type="presOf" srcId="{F6423C7C-B306-4B89-AA89-37EB31552FFC}" destId="{E3898F06-290F-4469-A17F-26B936E7B81E}" srcOrd="0" destOrd="0" presId="urn:microsoft.com/office/officeart/2018/5/layout/IconLeafLabelList"/>
    <dgm:cxn modelId="{D3BB73ED-477C-41A9-BD66-C7488E0B88BB}" type="presOf" srcId="{B8DC26C9-C20D-4BE9-BB43-48501B327EEA}" destId="{7A4A899D-DD2E-46CB-AC53-5C0541E4EEAB}" srcOrd="0" destOrd="0" presId="urn:microsoft.com/office/officeart/2018/5/layout/IconLeafLabelList"/>
    <dgm:cxn modelId="{6CFF1D72-B04E-4463-BDC2-85439DD67289}" type="presParOf" srcId="{7A4A899D-DD2E-46CB-AC53-5C0541E4EEAB}" destId="{3AF7E131-78D0-406A-90BF-54726F10857F}" srcOrd="0" destOrd="0" presId="urn:microsoft.com/office/officeart/2018/5/layout/IconLeafLabelList"/>
    <dgm:cxn modelId="{ED7348B2-77A9-47BB-970E-F94472F65ED1}" type="presParOf" srcId="{3AF7E131-78D0-406A-90BF-54726F10857F}" destId="{B115DDFF-15FC-4F05-A645-F30950066FF4}" srcOrd="0" destOrd="0" presId="urn:microsoft.com/office/officeart/2018/5/layout/IconLeafLabelList"/>
    <dgm:cxn modelId="{0A3359F3-7B70-4B07-A8C8-1D9D26DAFACB}" type="presParOf" srcId="{3AF7E131-78D0-406A-90BF-54726F10857F}" destId="{ACC57839-D0A5-450D-A9E3-461432287DFD}" srcOrd="1" destOrd="0" presId="urn:microsoft.com/office/officeart/2018/5/layout/IconLeafLabelList"/>
    <dgm:cxn modelId="{FAC686A5-C873-4955-969D-2D77B94D5E49}" type="presParOf" srcId="{3AF7E131-78D0-406A-90BF-54726F10857F}" destId="{779734FA-35BF-4C85-9368-6CCAF5D7C671}" srcOrd="2" destOrd="0" presId="urn:microsoft.com/office/officeart/2018/5/layout/IconLeafLabelList"/>
    <dgm:cxn modelId="{BBD1C286-BB8A-41E0-BDD8-9456CAD1FE5D}" type="presParOf" srcId="{3AF7E131-78D0-406A-90BF-54726F10857F}" destId="{E3898F06-290F-4469-A17F-26B936E7B81E}" srcOrd="3" destOrd="0" presId="urn:microsoft.com/office/officeart/2018/5/layout/IconLeafLabelList"/>
    <dgm:cxn modelId="{32590916-92BE-4AEE-A2CF-91B612C21D7D}" type="presParOf" srcId="{7A4A899D-DD2E-46CB-AC53-5C0541E4EEAB}" destId="{3FB709CD-0E95-453C-8A80-0B8FC673A97A}" srcOrd="1" destOrd="0" presId="urn:microsoft.com/office/officeart/2018/5/layout/IconLeafLabelList"/>
    <dgm:cxn modelId="{8CA4FA8B-6FAD-4CBE-97B9-72BEB7F6E3FB}" type="presParOf" srcId="{7A4A899D-DD2E-46CB-AC53-5C0541E4EEAB}" destId="{81EE70D9-41B0-4AF7-9FB1-3FA144797B9E}" srcOrd="2" destOrd="0" presId="urn:microsoft.com/office/officeart/2018/5/layout/IconLeafLabelList"/>
    <dgm:cxn modelId="{91220520-E3F4-4883-80A4-8841EE1AC82A}" type="presParOf" srcId="{81EE70D9-41B0-4AF7-9FB1-3FA144797B9E}" destId="{3D64A48E-801E-470C-B560-DC741F3C47A0}" srcOrd="0" destOrd="0" presId="urn:microsoft.com/office/officeart/2018/5/layout/IconLeafLabelList"/>
    <dgm:cxn modelId="{EF00F353-9619-41DE-851F-043F7D8C2EB8}" type="presParOf" srcId="{81EE70D9-41B0-4AF7-9FB1-3FA144797B9E}" destId="{98EB8D62-C135-4BEB-A115-C26F985A71C5}" srcOrd="1" destOrd="0" presId="urn:microsoft.com/office/officeart/2018/5/layout/IconLeafLabelList"/>
    <dgm:cxn modelId="{7545788F-2DA2-45DB-B4EE-C3A86119C467}" type="presParOf" srcId="{81EE70D9-41B0-4AF7-9FB1-3FA144797B9E}" destId="{D4CF4BFB-F021-4764-BF0A-831982D186B4}" srcOrd="2" destOrd="0" presId="urn:microsoft.com/office/officeart/2018/5/layout/IconLeafLabelList"/>
    <dgm:cxn modelId="{29E88D62-CD5D-4B40-B83E-AA4B692EA3ED}" type="presParOf" srcId="{81EE70D9-41B0-4AF7-9FB1-3FA144797B9E}" destId="{9B7091A1-9E9B-4039-A941-7F808A05A846}" srcOrd="3" destOrd="0" presId="urn:microsoft.com/office/officeart/2018/5/layout/IconLeafLabelList"/>
    <dgm:cxn modelId="{6F7771F1-1465-4306-8EBC-AAF92DCA4411}" type="presParOf" srcId="{7A4A899D-DD2E-46CB-AC53-5C0541E4EEAB}" destId="{B2CDBE37-C5DA-4E5E-9DF1-A8003A93A125}" srcOrd="3" destOrd="0" presId="urn:microsoft.com/office/officeart/2018/5/layout/IconLeafLabelList"/>
    <dgm:cxn modelId="{0C1B8FE6-744D-4ED8-A050-0A1242CC81F6}" type="presParOf" srcId="{7A4A899D-DD2E-46CB-AC53-5C0541E4EEAB}" destId="{1D63740D-136D-41F5-A81E-723BBAB30038}" srcOrd="4" destOrd="0" presId="urn:microsoft.com/office/officeart/2018/5/layout/IconLeafLabelList"/>
    <dgm:cxn modelId="{EA12C1F9-4169-48EA-BA5D-732DBEA270B6}" type="presParOf" srcId="{1D63740D-136D-41F5-A81E-723BBAB30038}" destId="{C1847BA2-467D-4B8D-AD5B-AEECC0ADCEA7}" srcOrd="0" destOrd="0" presId="urn:microsoft.com/office/officeart/2018/5/layout/IconLeafLabelList"/>
    <dgm:cxn modelId="{71CBFA36-4CC9-4474-B982-5299EBCA2CE9}" type="presParOf" srcId="{1D63740D-136D-41F5-A81E-723BBAB30038}" destId="{714ECBBD-7E76-4F56-80E9-020A9B4F95A6}" srcOrd="1" destOrd="0" presId="urn:microsoft.com/office/officeart/2018/5/layout/IconLeafLabelList"/>
    <dgm:cxn modelId="{BF0DA679-172B-4680-8AEC-19B1FDDBA0F7}" type="presParOf" srcId="{1D63740D-136D-41F5-A81E-723BBAB30038}" destId="{26798F6A-7A17-4A5B-8A7E-2D9C414A9087}" srcOrd="2" destOrd="0" presId="urn:microsoft.com/office/officeart/2018/5/layout/IconLeafLabelList"/>
    <dgm:cxn modelId="{9D492DEE-2FF9-46A9-A676-018EC7C84C93}" type="presParOf" srcId="{1D63740D-136D-41F5-A81E-723BBAB30038}" destId="{A069BBBA-C2C7-48FD-8E58-D55A3276C017}" srcOrd="3" destOrd="0" presId="urn:microsoft.com/office/officeart/2018/5/layout/IconLeafLabelList"/>
    <dgm:cxn modelId="{BEFEDD6E-D103-45A6-AE0B-F6D0ACF3255F}" type="presParOf" srcId="{7A4A899D-DD2E-46CB-AC53-5C0541E4EEAB}" destId="{CF6324EB-8B78-483D-8165-1332A2477D81}" srcOrd="5" destOrd="0" presId="urn:microsoft.com/office/officeart/2018/5/layout/IconLeafLabelList"/>
    <dgm:cxn modelId="{6EA00BE5-80A4-4E5E-80DD-F4135BEACE5C}" type="presParOf" srcId="{7A4A899D-DD2E-46CB-AC53-5C0541E4EEAB}" destId="{243331DA-DC90-4340-B14D-C3AD52938EE9}" srcOrd="6" destOrd="0" presId="urn:microsoft.com/office/officeart/2018/5/layout/IconLeafLabelList"/>
    <dgm:cxn modelId="{A7EFAA97-1E4E-46DE-88C4-433511A94F56}" type="presParOf" srcId="{243331DA-DC90-4340-B14D-C3AD52938EE9}" destId="{39852C77-D5E7-45C1-8C23-219C8EA5F261}" srcOrd="0" destOrd="0" presId="urn:microsoft.com/office/officeart/2018/5/layout/IconLeafLabelList"/>
    <dgm:cxn modelId="{722A5E88-07A2-4D9B-92F1-FEB36F7F67D8}" type="presParOf" srcId="{243331DA-DC90-4340-B14D-C3AD52938EE9}" destId="{11A535B8-FED2-4029-BB6E-D2696FBA45ED}" srcOrd="1" destOrd="0" presId="urn:microsoft.com/office/officeart/2018/5/layout/IconLeafLabelList"/>
    <dgm:cxn modelId="{38D0AC1F-7F4C-4AAD-933C-948829ED46D9}" type="presParOf" srcId="{243331DA-DC90-4340-B14D-C3AD52938EE9}" destId="{E6593CE4-7476-4FEF-8BAA-96E993C0AA79}" srcOrd="2" destOrd="0" presId="urn:microsoft.com/office/officeart/2018/5/layout/IconLeafLabelList"/>
    <dgm:cxn modelId="{04B1DCEC-72F4-49B1-933A-EB991CBD12C8}" type="presParOf" srcId="{243331DA-DC90-4340-B14D-C3AD52938EE9}" destId="{E38505EF-FE68-4E04-B867-B12FF5BCC1FE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3A75053-F4E7-408F-A7C1-AABC194815CF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563AF3C-6AB1-4430-A308-A28B484D841F}">
      <dgm:prSet/>
      <dgm:spPr/>
      <dgm:t>
        <a:bodyPr/>
        <a:lstStyle/>
        <a:p>
          <a:r>
            <a:rPr lang="en-US"/>
            <a:t>Mini-C: personal learning</a:t>
          </a:r>
        </a:p>
      </dgm:t>
    </dgm:pt>
    <dgm:pt modelId="{9D07CF31-465B-4741-A605-AC14ABF37D9E}" type="parTrans" cxnId="{0FFA67B8-5B05-4B9E-BA8B-A28C8AFD6885}">
      <dgm:prSet/>
      <dgm:spPr/>
      <dgm:t>
        <a:bodyPr/>
        <a:lstStyle/>
        <a:p>
          <a:endParaRPr lang="en-US"/>
        </a:p>
      </dgm:t>
    </dgm:pt>
    <dgm:pt modelId="{90D0A984-81A8-411F-856C-DABA93AFF772}" type="sibTrans" cxnId="{0FFA67B8-5B05-4B9E-BA8B-A28C8AFD6885}">
      <dgm:prSet/>
      <dgm:spPr/>
      <dgm:t>
        <a:bodyPr/>
        <a:lstStyle/>
        <a:p>
          <a:endParaRPr lang="en-US"/>
        </a:p>
      </dgm:t>
    </dgm:pt>
    <dgm:pt modelId="{EC5DD4B4-D25B-4244-88A4-AD6D37FCEA42}">
      <dgm:prSet/>
      <dgm:spPr/>
      <dgm:t>
        <a:bodyPr/>
        <a:lstStyle/>
        <a:p>
          <a:r>
            <a:rPr lang="en-US"/>
            <a:t>Little-C: everyday creativity</a:t>
          </a:r>
        </a:p>
      </dgm:t>
    </dgm:pt>
    <dgm:pt modelId="{5A7215F9-2F0E-4ABC-9B47-66BE7BC26076}" type="parTrans" cxnId="{31370F34-8FFE-4D99-BB54-5226A0015D33}">
      <dgm:prSet/>
      <dgm:spPr/>
      <dgm:t>
        <a:bodyPr/>
        <a:lstStyle/>
        <a:p>
          <a:endParaRPr lang="en-US"/>
        </a:p>
      </dgm:t>
    </dgm:pt>
    <dgm:pt modelId="{AEC26FA7-5561-402C-BAE0-5EFA67036B99}" type="sibTrans" cxnId="{31370F34-8FFE-4D99-BB54-5226A0015D33}">
      <dgm:prSet/>
      <dgm:spPr/>
      <dgm:t>
        <a:bodyPr/>
        <a:lstStyle/>
        <a:p>
          <a:endParaRPr lang="en-US"/>
        </a:p>
      </dgm:t>
    </dgm:pt>
    <dgm:pt modelId="{F430715D-ADC9-4065-94C1-3DC79D40989D}">
      <dgm:prSet/>
      <dgm:spPr/>
      <dgm:t>
        <a:bodyPr/>
        <a:lstStyle/>
        <a:p>
          <a:r>
            <a:rPr lang="en-US"/>
            <a:t>Big-C: cultural impact</a:t>
          </a:r>
        </a:p>
      </dgm:t>
    </dgm:pt>
    <dgm:pt modelId="{CC621E79-48FB-4D05-AC5A-86012AB381FA}" type="parTrans" cxnId="{1470E541-69F5-41D0-BF4D-79C2A73004F1}">
      <dgm:prSet/>
      <dgm:spPr/>
      <dgm:t>
        <a:bodyPr/>
        <a:lstStyle/>
        <a:p>
          <a:endParaRPr lang="en-US"/>
        </a:p>
      </dgm:t>
    </dgm:pt>
    <dgm:pt modelId="{F411EF5A-3561-4350-827F-306D6006C3F7}" type="sibTrans" cxnId="{1470E541-69F5-41D0-BF4D-79C2A73004F1}">
      <dgm:prSet/>
      <dgm:spPr/>
      <dgm:t>
        <a:bodyPr/>
        <a:lstStyle/>
        <a:p>
          <a:endParaRPr lang="en-US"/>
        </a:p>
      </dgm:t>
    </dgm:pt>
    <dgm:pt modelId="{205AD1A2-365D-4CA4-84B9-BDE1D6B8B639}">
      <dgm:prSet/>
      <dgm:spPr/>
      <dgm:t>
        <a:bodyPr/>
        <a:lstStyle/>
        <a:p>
          <a:r>
            <a:rPr lang="en-US"/>
            <a:t>Pro-C: professional mastery</a:t>
          </a:r>
        </a:p>
      </dgm:t>
    </dgm:pt>
    <dgm:pt modelId="{9154FC49-C64C-45C5-8932-0414381CC5FC}" type="parTrans" cxnId="{E37C115F-6B33-4BFD-8B3A-C0CBBEB49D25}">
      <dgm:prSet/>
      <dgm:spPr/>
      <dgm:t>
        <a:bodyPr/>
        <a:lstStyle/>
        <a:p>
          <a:endParaRPr lang="en-US"/>
        </a:p>
      </dgm:t>
    </dgm:pt>
    <dgm:pt modelId="{037DF1FD-396E-412A-9115-863506B108F0}" type="sibTrans" cxnId="{E37C115F-6B33-4BFD-8B3A-C0CBBEB49D25}">
      <dgm:prSet/>
      <dgm:spPr/>
      <dgm:t>
        <a:bodyPr/>
        <a:lstStyle/>
        <a:p>
          <a:endParaRPr lang="en-US"/>
        </a:p>
      </dgm:t>
    </dgm:pt>
    <dgm:pt modelId="{D5B35633-80B0-4235-AB8D-ED86C84C6A08}" type="pres">
      <dgm:prSet presAssocID="{93A75053-F4E7-408F-A7C1-AABC194815CF}" presName="outerComposite" presStyleCnt="0">
        <dgm:presLayoutVars>
          <dgm:chMax val="5"/>
          <dgm:dir/>
          <dgm:resizeHandles val="exact"/>
        </dgm:presLayoutVars>
      </dgm:prSet>
      <dgm:spPr/>
    </dgm:pt>
    <dgm:pt modelId="{BE44C349-4092-49C2-9012-1DC3D5A1D61E}" type="pres">
      <dgm:prSet presAssocID="{93A75053-F4E7-408F-A7C1-AABC194815CF}" presName="dummyMaxCanvas" presStyleCnt="0">
        <dgm:presLayoutVars/>
      </dgm:prSet>
      <dgm:spPr/>
    </dgm:pt>
    <dgm:pt modelId="{5FBC6510-8F77-4040-AD4E-D80EE9DBAA7A}" type="pres">
      <dgm:prSet presAssocID="{93A75053-F4E7-408F-A7C1-AABC194815CF}" presName="FourNodes_1" presStyleLbl="node1" presStyleIdx="0" presStyleCnt="4">
        <dgm:presLayoutVars>
          <dgm:bulletEnabled val="1"/>
        </dgm:presLayoutVars>
      </dgm:prSet>
      <dgm:spPr/>
    </dgm:pt>
    <dgm:pt modelId="{4742A0D2-C61E-45A5-A70C-F96F78B0A65D}" type="pres">
      <dgm:prSet presAssocID="{93A75053-F4E7-408F-A7C1-AABC194815CF}" presName="FourNodes_2" presStyleLbl="node1" presStyleIdx="1" presStyleCnt="4">
        <dgm:presLayoutVars>
          <dgm:bulletEnabled val="1"/>
        </dgm:presLayoutVars>
      </dgm:prSet>
      <dgm:spPr/>
    </dgm:pt>
    <dgm:pt modelId="{52B4E7C9-F15B-42A4-8D66-16D98756CF94}" type="pres">
      <dgm:prSet presAssocID="{93A75053-F4E7-408F-A7C1-AABC194815CF}" presName="FourNodes_3" presStyleLbl="node1" presStyleIdx="2" presStyleCnt="4">
        <dgm:presLayoutVars>
          <dgm:bulletEnabled val="1"/>
        </dgm:presLayoutVars>
      </dgm:prSet>
      <dgm:spPr/>
    </dgm:pt>
    <dgm:pt modelId="{A59FF93F-DFB1-43A2-B2E5-CB8BD7205E09}" type="pres">
      <dgm:prSet presAssocID="{93A75053-F4E7-408F-A7C1-AABC194815CF}" presName="FourNodes_4" presStyleLbl="node1" presStyleIdx="3" presStyleCnt="4">
        <dgm:presLayoutVars>
          <dgm:bulletEnabled val="1"/>
        </dgm:presLayoutVars>
      </dgm:prSet>
      <dgm:spPr/>
    </dgm:pt>
    <dgm:pt modelId="{51D21908-BB79-4C2A-BAFA-DFB06329FE96}" type="pres">
      <dgm:prSet presAssocID="{93A75053-F4E7-408F-A7C1-AABC194815CF}" presName="FourConn_1-2" presStyleLbl="fgAccFollowNode1" presStyleIdx="0" presStyleCnt="3">
        <dgm:presLayoutVars>
          <dgm:bulletEnabled val="1"/>
        </dgm:presLayoutVars>
      </dgm:prSet>
      <dgm:spPr/>
    </dgm:pt>
    <dgm:pt modelId="{83C13BD0-DDF2-42E8-AFE6-C75D5814FFF4}" type="pres">
      <dgm:prSet presAssocID="{93A75053-F4E7-408F-A7C1-AABC194815CF}" presName="FourConn_2-3" presStyleLbl="fgAccFollowNode1" presStyleIdx="1" presStyleCnt="3">
        <dgm:presLayoutVars>
          <dgm:bulletEnabled val="1"/>
        </dgm:presLayoutVars>
      </dgm:prSet>
      <dgm:spPr/>
    </dgm:pt>
    <dgm:pt modelId="{089C7309-0DFA-4062-A466-A104934D3014}" type="pres">
      <dgm:prSet presAssocID="{93A75053-F4E7-408F-A7C1-AABC194815CF}" presName="FourConn_3-4" presStyleLbl="fgAccFollowNode1" presStyleIdx="2" presStyleCnt="3">
        <dgm:presLayoutVars>
          <dgm:bulletEnabled val="1"/>
        </dgm:presLayoutVars>
      </dgm:prSet>
      <dgm:spPr/>
    </dgm:pt>
    <dgm:pt modelId="{E20B076E-1E1A-4EF8-8A72-566E960D6F40}" type="pres">
      <dgm:prSet presAssocID="{93A75053-F4E7-408F-A7C1-AABC194815CF}" presName="FourNodes_1_text" presStyleLbl="node1" presStyleIdx="3" presStyleCnt="4">
        <dgm:presLayoutVars>
          <dgm:bulletEnabled val="1"/>
        </dgm:presLayoutVars>
      </dgm:prSet>
      <dgm:spPr/>
    </dgm:pt>
    <dgm:pt modelId="{97FFC00B-5ECC-44F9-A9C7-9FC30A8A494F}" type="pres">
      <dgm:prSet presAssocID="{93A75053-F4E7-408F-A7C1-AABC194815CF}" presName="FourNodes_2_text" presStyleLbl="node1" presStyleIdx="3" presStyleCnt="4">
        <dgm:presLayoutVars>
          <dgm:bulletEnabled val="1"/>
        </dgm:presLayoutVars>
      </dgm:prSet>
      <dgm:spPr/>
    </dgm:pt>
    <dgm:pt modelId="{B48BDA46-FFCF-4E5E-B7EF-6C077F60A2FC}" type="pres">
      <dgm:prSet presAssocID="{93A75053-F4E7-408F-A7C1-AABC194815CF}" presName="FourNodes_3_text" presStyleLbl="node1" presStyleIdx="3" presStyleCnt="4">
        <dgm:presLayoutVars>
          <dgm:bulletEnabled val="1"/>
        </dgm:presLayoutVars>
      </dgm:prSet>
      <dgm:spPr/>
    </dgm:pt>
    <dgm:pt modelId="{EE270621-DED9-4699-8B85-110A905CC7AB}" type="pres">
      <dgm:prSet presAssocID="{93A75053-F4E7-408F-A7C1-AABC194815CF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7B4F491E-7B7A-4B0A-9613-4B769D005226}" type="presOf" srcId="{205AD1A2-365D-4CA4-84B9-BDE1D6B8B639}" destId="{A59FF93F-DFB1-43A2-B2E5-CB8BD7205E09}" srcOrd="0" destOrd="0" presId="urn:microsoft.com/office/officeart/2005/8/layout/vProcess5"/>
    <dgm:cxn modelId="{31370F34-8FFE-4D99-BB54-5226A0015D33}" srcId="{93A75053-F4E7-408F-A7C1-AABC194815CF}" destId="{EC5DD4B4-D25B-4244-88A4-AD6D37FCEA42}" srcOrd="1" destOrd="0" parTransId="{5A7215F9-2F0E-4ABC-9B47-66BE7BC26076}" sibTransId="{AEC26FA7-5561-402C-BAE0-5EFA67036B99}"/>
    <dgm:cxn modelId="{A186373B-9E67-4374-AD3D-EB9369DE2952}" type="presOf" srcId="{F430715D-ADC9-4065-94C1-3DC79D40989D}" destId="{B48BDA46-FFCF-4E5E-B7EF-6C077F60A2FC}" srcOrd="1" destOrd="0" presId="urn:microsoft.com/office/officeart/2005/8/layout/vProcess5"/>
    <dgm:cxn modelId="{E37C115F-6B33-4BFD-8B3A-C0CBBEB49D25}" srcId="{93A75053-F4E7-408F-A7C1-AABC194815CF}" destId="{205AD1A2-365D-4CA4-84B9-BDE1D6B8B639}" srcOrd="3" destOrd="0" parTransId="{9154FC49-C64C-45C5-8932-0414381CC5FC}" sibTransId="{037DF1FD-396E-412A-9115-863506B108F0}"/>
    <dgm:cxn modelId="{1470E541-69F5-41D0-BF4D-79C2A73004F1}" srcId="{93A75053-F4E7-408F-A7C1-AABC194815CF}" destId="{F430715D-ADC9-4065-94C1-3DC79D40989D}" srcOrd="2" destOrd="0" parTransId="{CC621E79-48FB-4D05-AC5A-86012AB381FA}" sibTransId="{F411EF5A-3561-4350-827F-306D6006C3F7}"/>
    <dgm:cxn modelId="{8A3DA767-A20B-40B9-A99C-A7059B7812B7}" type="presOf" srcId="{F411EF5A-3561-4350-827F-306D6006C3F7}" destId="{089C7309-0DFA-4062-A466-A104934D3014}" srcOrd="0" destOrd="0" presId="urn:microsoft.com/office/officeart/2005/8/layout/vProcess5"/>
    <dgm:cxn modelId="{6CB4ED73-E4F9-4C6A-A910-6B611FE502E1}" type="presOf" srcId="{AEC26FA7-5561-402C-BAE0-5EFA67036B99}" destId="{83C13BD0-DDF2-42E8-AFE6-C75D5814FFF4}" srcOrd="0" destOrd="0" presId="urn:microsoft.com/office/officeart/2005/8/layout/vProcess5"/>
    <dgm:cxn modelId="{6548B057-129B-4982-8528-1FAE91C599A3}" type="presOf" srcId="{F430715D-ADC9-4065-94C1-3DC79D40989D}" destId="{52B4E7C9-F15B-42A4-8D66-16D98756CF94}" srcOrd="0" destOrd="0" presId="urn:microsoft.com/office/officeart/2005/8/layout/vProcess5"/>
    <dgm:cxn modelId="{BC52F89C-D24A-4DF0-BB3F-CF046E830BB1}" type="presOf" srcId="{EC5DD4B4-D25B-4244-88A4-AD6D37FCEA42}" destId="{4742A0D2-C61E-45A5-A70C-F96F78B0A65D}" srcOrd="0" destOrd="0" presId="urn:microsoft.com/office/officeart/2005/8/layout/vProcess5"/>
    <dgm:cxn modelId="{0FFA67B8-5B05-4B9E-BA8B-A28C8AFD6885}" srcId="{93A75053-F4E7-408F-A7C1-AABC194815CF}" destId="{2563AF3C-6AB1-4430-A308-A28B484D841F}" srcOrd="0" destOrd="0" parTransId="{9D07CF31-465B-4741-A605-AC14ABF37D9E}" sibTransId="{90D0A984-81A8-411F-856C-DABA93AFF772}"/>
    <dgm:cxn modelId="{6047BADC-BC47-4DA8-AF7C-201D0CB4482E}" type="presOf" srcId="{90D0A984-81A8-411F-856C-DABA93AFF772}" destId="{51D21908-BB79-4C2A-BAFA-DFB06329FE96}" srcOrd="0" destOrd="0" presId="urn:microsoft.com/office/officeart/2005/8/layout/vProcess5"/>
    <dgm:cxn modelId="{382DACDE-9DF2-4BBB-ACB8-655FC176414A}" type="presOf" srcId="{2563AF3C-6AB1-4430-A308-A28B484D841F}" destId="{E20B076E-1E1A-4EF8-8A72-566E960D6F40}" srcOrd="1" destOrd="0" presId="urn:microsoft.com/office/officeart/2005/8/layout/vProcess5"/>
    <dgm:cxn modelId="{1E3BE8ED-87D5-49B9-9BED-B0BCCBF2D366}" type="presOf" srcId="{2563AF3C-6AB1-4430-A308-A28B484D841F}" destId="{5FBC6510-8F77-4040-AD4E-D80EE9DBAA7A}" srcOrd="0" destOrd="0" presId="urn:microsoft.com/office/officeart/2005/8/layout/vProcess5"/>
    <dgm:cxn modelId="{33C1C6EE-CD5C-4DEC-85DE-55285CF3F05F}" type="presOf" srcId="{EC5DD4B4-D25B-4244-88A4-AD6D37FCEA42}" destId="{97FFC00B-5ECC-44F9-A9C7-9FC30A8A494F}" srcOrd="1" destOrd="0" presId="urn:microsoft.com/office/officeart/2005/8/layout/vProcess5"/>
    <dgm:cxn modelId="{D0BE96F5-3B97-4C1F-8A21-41E08C68ED25}" type="presOf" srcId="{93A75053-F4E7-408F-A7C1-AABC194815CF}" destId="{D5B35633-80B0-4235-AB8D-ED86C84C6A08}" srcOrd="0" destOrd="0" presId="urn:microsoft.com/office/officeart/2005/8/layout/vProcess5"/>
    <dgm:cxn modelId="{F66CAEFA-7A61-4A7D-A613-8D36A35A4200}" type="presOf" srcId="{205AD1A2-365D-4CA4-84B9-BDE1D6B8B639}" destId="{EE270621-DED9-4699-8B85-110A905CC7AB}" srcOrd="1" destOrd="0" presId="urn:microsoft.com/office/officeart/2005/8/layout/vProcess5"/>
    <dgm:cxn modelId="{DDE89E7E-DDFE-4D19-8167-06357B14A37F}" type="presParOf" srcId="{D5B35633-80B0-4235-AB8D-ED86C84C6A08}" destId="{BE44C349-4092-49C2-9012-1DC3D5A1D61E}" srcOrd="0" destOrd="0" presId="urn:microsoft.com/office/officeart/2005/8/layout/vProcess5"/>
    <dgm:cxn modelId="{1617F6C0-8B94-46D3-9C03-8963B6885D69}" type="presParOf" srcId="{D5B35633-80B0-4235-AB8D-ED86C84C6A08}" destId="{5FBC6510-8F77-4040-AD4E-D80EE9DBAA7A}" srcOrd="1" destOrd="0" presId="urn:microsoft.com/office/officeart/2005/8/layout/vProcess5"/>
    <dgm:cxn modelId="{457BABA2-3EAA-404A-8FF5-C24C41340B3F}" type="presParOf" srcId="{D5B35633-80B0-4235-AB8D-ED86C84C6A08}" destId="{4742A0D2-C61E-45A5-A70C-F96F78B0A65D}" srcOrd="2" destOrd="0" presId="urn:microsoft.com/office/officeart/2005/8/layout/vProcess5"/>
    <dgm:cxn modelId="{3DF53106-8057-4D36-BFDE-544C4CB6E370}" type="presParOf" srcId="{D5B35633-80B0-4235-AB8D-ED86C84C6A08}" destId="{52B4E7C9-F15B-42A4-8D66-16D98756CF94}" srcOrd="3" destOrd="0" presId="urn:microsoft.com/office/officeart/2005/8/layout/vProcess5"/>
    <dgm:cxn modelId="{0168C746-D456-4A35-95BD-0EDBD04DA412}" type="presParOf" srcId="{D5B35633-80B0-4235-AB8D-ED86C84C6A08}" destId="{A59FF93F-DFB1-43A2-B2E5-CB8BD7205E09}" srcOrd="4" destOrd="0" presId="urn:microsoft.com/office/officeart/2005/8/layout/vProcess5"/>
    <dgm:cxn modelId="{C6F7A063-E0AE-4B57-844B-61CE2BD95674}" type="presParOf" srcId="{D5B35633-80B0-4235-AB8D-ED86C84C6A08}" destId="{51D21908-BB79-4C2A-BAFA-DFB06329FE96}" srcOrd="5" destOrd="0" presId="urn:microsoft.com/office/officeart/2005/8/layout/vProcess5"/>
    <dgm:cxn modelId="{716F72EC-1B3B-4603-83E6-27CA3E69E0EA}" type="presParOf" srcId="{D5B35633-80B0-4235-AB8D-ED86C84C6A08}" destId="{83C13BD0-DDF2-42E8-AFE6-C75D5814FFF4}" srcOrd="6" destOrd="0" presId="urn:microsoft.com/office/officeart/2005/8/layout/vProcess5"/>
    <dgm:cxn modelId="{1C581F43-2BF9-4D80-8F03-2B011058D5D3}" type="presParOf" srcId="{D5B35633-80B0-4235-AB8D-ED86C84C6A08}" destId="{089C7309-0DFA-4062-A466-A104934D3014}" srcOrd="7" destOrd="0" presId="urn:microsoft.com/office/officeart/2005/8/layout/vProcess5"/>
    <dgm:cxn modelId="{3A3CBAFB-7206-40CD-AA64-5B97F635BC4A}" type="presParOf" srcId="{D5B35633-80B0-4235-AB8D-ED86C84C6A08}" destId="{E20B076E-1E1A-4EF8-8A72-566E960D6F40}" srcOrd="8" destOrd="0" presId="urn:microsoft.com/office/officeart/2005/8/layout/vProcess5"/>
    <dgm:cxn modelId="{040DAA6D-5BBB-40DC-8A66-E672DC850BE2}" type="presParOf" srcId="{D5B35633-80B0-4235-AB8D-ED86C84C6A08}" destId="{97FFC00B-5ECC-44F9-A9C7-9FC30A8A494F}" srcOrd="9" destOrd="0" presId="urn:microsoft.com/office/officeart/2005/8/layout/vProcess5"/>
    <dgm:cxn modelId="{C33B059E-5873-4056-BAEC-C54F149B7260}" type="presParOf" srcId="{D5B35633-80B0-4235-AB8D-ED86C84C6A08}" destId="{B48BDA46-FFCF-4E5E-B7EF-6C077F60A2FC}" srcOrd="10" destOrd="0" presId="urn:microsoft.com/office/officeart/2005/8/layout/vProcess5"/>
    <dgm:cxn modelId="{495626B3-EBC7-42BA-BEB1-81BF94353B7D}" type="presParOf" srcId="{D5B35633-80B0-4235-AB8D-ED86C84C6A08}" destId="{EE270621-DED9-4699-8B85-110A905CC7AB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8801D31-FA0E-4940-AF8F-0F8F1B8E1DCC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F039845-2639-46CC-9C68-78A16AD1DC24}">
      <dgm:prSet/>
      <dgm:spPr/>
      <dgm:t>
        <a:bodyPr/>
        <a:lstStyle/>
        <a:p>
          <a:r>
            <a:rPr lang="en-US"/>
            <a:t>AI improves idea quality</a:t>
          </a:r>
        </a:p>
      </dgm:t>
    </dgm:pt>
    <dgm:pt modelId="{8E3968CA-2034-43A4-B403-022683E8E04D}" type="parTrans" cxnId="{06A1D786-F9F5-4B81-9933-CCA6991E96EC}">
      <dgm:prSet/>
      <dgm:spPr/>
      <dgm:t>
        <a:bodyPr/>
        <a:lstStyle/>
        <a:p>
          <a:endParaRPr lang="en-US"/>
        </a:p>
      </dgm:t>
    </dgm:pt>
    <dgm:pt modelId="{663BCD6D-08C3-402F-BA66-96F730BCFE93}" type="sibTrans" cxnId="{06A1D786-F9F5-4B81-9933-CCA6991E96EC}">
      <dgm:prSet/>
      <dgm:spPr/>
      <dgm:t>
        <a:bodyPr/>
        <a:lstStyle/>
        <a:p>
          <a:endParaRPr lang="en-US"/>
        </a:p>
      </dgm:t>
    </dgm:pt>
    <dgm:pt modelId="{86BCEDC7-6C49-4E13-9ADA-67F35D19CE16}">
      <dgm:prSet/>
      <dgm:spPr/>
      <dgm:t>
        <a:bodyPr/>
        <a:lstStyle/>
        <a:p>
          <a:r>
            <a:rPr lang="en-US"/>
            <a:t>Doshi &amp; Hauser Study: AI users wrote better stories</a:t>
          </a:r>
        </a:p>
      </dgm:t>
    </dgm:pt>
    <dgm:pt modelId="{72B32968-6EEF-43F2-A344-67AF11A30FE9}" type="parTrans" cxnId="{95DE2387-603A-4551-A124-C637F1A8879B}">
      <dgm:prSet/>
      <dgm:spPr/>
      <dgm:t>
        <a:bodyPr/>
        <a:lstStyle/>
        <a:p>
          <a:endParaRPr lang="en-US"/>
        </a:p>
      </dgm:t>
    </dgm:pt>
    <dgm:pt modelId="{8D76167A-22AA-4BD9-8D8F-6D66871F2F1F}" type="sibTrans" cxnId="{95DE2387-603A-4551-A124-C637F1A8879B}">
      <dgm:prSet/>
      <dgm:spPr/>
      <dgm:t>
        <a:bodyPr/>
        <a:lstStyle/>
        <a:p>
          <a:endParaRPr lang="en-US"/>
        </a:p>
      </dgm:t>
    </dgm:pt>
    <dgm:pt modelId="{1D62438E-0847-404F-BA50-246D9D09B1E4}">
      <dgm:prSet/>
      <dgm:spPr/>
      <dgm:t>
        <a:bodyPr/>
        <a:lstStyle/>
        <a:p>
          <a:r>
            <a:rPr lang="en-US"/>
            <a:t>Less variation in results</a:t>
          </a:r>
        </a:p>
      </dgm:t>
    </dgm:pt>
    <dgm:pt modelId="{9A349DCF-8B6B-4CBF-93EF-E85C23C652D5}" type="parTrans" cxnId="{1F9F6CC2-E74F-4386-B1D9-9B76B7A14FEA}">
      <dgm:prSet/>
      <dgm:spPr/>
      <dgm:t>
        <a:bodyPr/>
        <a:lstStyle/>
        <a:p>
          <a:endParaRPr lang="en-US"/>
        </a:p>
      </dgm:t>
    </dgm:pt>
    <dgm:pt modelId="{B9153B05-12B7-4221-BF1D-E8795DA4DBAB}" type="sibTrans" cxnId="{1F9F6CC2-E74F-4386-B1D9-9B76B7A14FEA}">
      <dgm:prSet/>
      <dgm:spPr/>
      <dgm:t>
        <a:bodyPr/>
        <a:lstStyle/>
        <a:p>
          <a:endParaRPr lang="en-US"/>
        </a:p>
      </dgm:t>
    </dgm:pt>
    <dgm:pt modelId="{123A2A07-67C2-4708-94CD-4C6C2DF1E219}" type="pres">
      <dgm:prSet presAssocID="{B8801D31-FA0E-4940-AF8F-0F8F1B8E1DC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EA793DB-0DA3-4597-AEAB-7DC91F68A5FC}" type="pres">
      <dgm:prSet presAssocID="{7F039845-2639-46CC-9C68-78A16AD1DC24}" presName="hierRoot1" presStyleCnt="0"/>
      <dgm:spPr/>
    </dgm:pt>
    <dgm:pt modelId="{73FF7B53-8E76-41F5-AF17-01A7A2068ECB}" type="pres">
      <dgm:prSet presAssocID="{7F039845-2639-46CC-9C68-78A16AD1DC24}" presName="composite" presStyleCnt="0"/>
      <dgm:spPr/>
    </dgm:pt>
    <dgm:pt modelId="{0629073C-4574-4639-8463-E4FC8AB35DC8}" type="pres">
      <dgm:prSet presAssocID="{7F039845-2639-46CC-9C68-78A16AD1DC24}" presName="background" presStyleLbl="node0" presStyleIdx="0" presStyleCnt="3"/>
      <dgm:spPr/>
    </dgm:pt>
    <dgm:pt modelId="{CF80B2E8-2D6A-438E-8557-C058E05A31FD}" type="pres">
      <dgm:prSet presAssocID="{7F039845-2639-46CC-9C68-78A16AD1DC24}" presName="text" presStyleLbl="fgAcc0" presStyleIdx="0" presStyleCnt="3">
        <dgm:presLayoutVars>
          <dgm:chPref val="3"/>
        </dgm:presLayoutVars>
      </dgm:prSet>
      <dgm:spPr/>
    </dgm:pt>
    <dgm:pt modelId="{81C541D1-2A57-4427-B16D-DF9D064CD00C}" type="pres">
      <dgm:prSet presAssocID="{7F039845-2639-46CC-9C68-78A16AD1DC24}" presName="hierChild2" presStyleCnt="0"/>
      <dgm:spPr/>
    </dgm:pt>
    <dgm:pt modelId="{874C844C-7019-431B-9F30-2966C3F18396}" type="pres">
      <dgm:prSet presAssocID="{86BCEDC7-6C49-4E13-9ADA-67F35D19CE16}" presName="hierRoot1" presStyleCnt="0"/>
      <dgm:spPr/>
    </dgm:pt>
    <dgm:pt modelId="{8EAF1E7A-6379-4224-BB65-67F9C991D6C4}" type="pres">
      <dgm:prSet presAssocID="{86BCEDC7-6C49-4E13-9ADA-67F35D19CE16}" presName="composite" presStyleCnt="0"/>
      <dgm:spPr/>
    </dgm:pt>
    <dgm:pt modelId="{337BEC7B-EA67-4102-8D38-8DC47185A90D}" type="pres">
      <dgm:prSet presAssocID="{86BCEDC7-6C49-4E13-9ADA-67F35D19CE16}" presName="background" presStyleLbl="node0" presStyleIdx="1" presStyleCnt="3"/>
      <dgm:spPr/>
    </dgm:pt>
    <dgm:pt modelId="{7D5508B3-A3EC-48BC-AF94-15EB0C28ABB1}" type="pres">
      <dgm:prSet presAssocID="{86BCEDC7-6C49-4E13-9ADA-67F35D19CE16}" presName="text" presStyleLbl="fgAcc0" presStyleIdx="1" presStyleCnt="3">
        <dgm:presLayoutVars>
          <dgm:chPref val="3"/>
        </dgm:presLayoutVars>
      </dgm:prSet>
      <dgm:spPr/>
    </dgm:pt>
    <dgm:pt modelId="{9CE0156B-7565-40A1-A350-547179BED652}" type="pres">
      <dgm:prSet presAssocID="{86BCEDC7-6C49-4E13-9ADA-67F35D19CE16}" presName="hierChild2" presStyleCnt="0"/>
      <dgm:spPr/>
    </dgm:pt>
    <dgm:pt modelId="{4DAC95E0-FF59-4853-8952-3E12D150F755}" type="pres">
      <dgm:prSet presAssocID="{1D62438E-0847-404F-BA50-246D9D09B1E4}" presName="hierRoot1" presStyleCnt="0"/>
      <dgm:spPr/>
    </dgm:pt>
    <dgm:pt modelId="{BAC497FC-EA54-4AE9-94A4-276A691E3634}" type="pres">
      <dgm:prSet presAssocID="{1D62438E-0847-404F-BA50-246D9D09B1E4}" presName="composite" presStyleCnt="0"/>
      <dgm:spPr/>
    </dgm:pt>
    <dgm:pt modelId="{615ED191-9E87-4684-8DF7-C89A9B59F23C}" type="pres">
      <dgm:prSet presAssocID="{1D62438E-0847-404F-BA50-246D9D09B1E4}" presName="background" presStyleLbl="node0" presStyleIdx="2" presStyleCnt="3"/>
      <dgm:spPr/>
    </dgm:pt>
    <dgm:pt modelId="{9A6543B3-1176-4BD9-BDA9-B68C3AC69EFA}" type="pres">
      <dgm:prSet presAssocID="{1D62438E-0847-404F-BA50-246D9D09B1E4}" presName="text" presStyleLbl="fgAcc0" presStyleIdx="2" presStyleCnt="3">
        <dgm:presLayoutVars>
          <dgm:chPref val="3"/>
        </dgm:presLayoutVars>
      </dgm:prSet>
      <dgm:spPr/>
    </dgm:pt>
    <dgm:pt modelId="{635A0B02-DD3B-49C3-88C1-2DB20BED8F0B}" type="pres">
      <dgm:prSet presAssocID="{1D62438E-0847-404F-BA50-246D9D09B1E4}" presName="hierChild2" presStyleCnt="0"/>
      <dgm:spPr/>
    </dgm:pt>
  </dgm:ptLst>
  <dgm:cxnLst>
    <dgm:cxn modelId="{61702D0F-D098-4CED-90AA-AC5087A4331F}" type="presOf" srcId="{1D62438E-0847-404F-BA50-246D9D09B1E4}" destId="{9A6543B3-1176-4BD9-BDA9-B68C3AC69EFA}" srcOrd="0" destOrd="0" presId="urn:microsoft.com/office/officeart/2005/8/layout/hierarchy1"/>
    <dgm:cxn modelId="{7B26C038-3620-4906-B649-69D30E42E16A}" type="presOf" srcId="{86BCEDC7-6C49-4E13-9ADA-67F35D19CE16}" destId="{7D5508B3-A3EC-48BC-AF94-15EB0C28ABB1}" srcOrd="0" destOrd="0" presId="urn:microsoft.com/office/officeart/2005/8/layout/hierarchy1"/>
    <dgm:cxn modelId="{06A1D786-F9F5-4B81-9933-CCA6991E96EC}" srcId="{B8801D31-FA0E-4940-AF8F-0F8F1B8E1DCC}" destId="{7F039845-2639-46CC-9C68-78A16AD1DC24}" srcOrd="0" destOrd="0" parTransId="{8E3968CA-2034-43A4-B403-022683E8E04D}" sibTransId="{663BCD6D-08C3-402F-BA66-96F730BCFE93}"/>
    <dgm:cxn modelId="{95DE2387-603A-4551-A124-C637F1A8879B}" srcId="{B8801D31-FA0E-4940-AF8F-0F8F1B8E1DCC}" destId="{86BCEDC7-6C49-4E13-9ADA-67F35D19CE16}" srcOrd="1" destOrd="0" parTransId="{72B32968-6EEF-43F2-A344-67AF11A30FE9}" sibTransId="{8D76167A-22AA-4BD9-8D8F-6D66871F2F1F}"/>
    <dgm:cxn modelId="{552C63AA-3100-47E6-81C9-F1F23CAE8121}" type="presOf" srcId="{B8801D31-FA0E-4940-AF8F-0F8F1B8E1DCC}" destId="{123A2A07-67C2-4708-94CD-4C6C2DF1E219}" srcOrd="0" destOrd="0" presId="urn:microsoft.com/office/officeart/2005/8/layout/hierarchy1"/>
    <dgm:cxn modelId="{1F9F6CC2-E74F-4386-B1D9-9B76B7A14FEA}" srcId="{B8801D31-FA0E-4940-AF8F-0F8F1B8E1DCC}" destId="{1D62438E-0847-404F-BA50-246D9D09B1E4}" srcOrd="2" destOrd="0" parTransId="{9A349DCF-8B6B-4CBF-93EF-E85C23C652D5}" sibTransId="{B9153B05-12B7-4221-BF1D-E8795DA4DBAB}"/>
    <dgm:cxn modelId="{E2CD80FC-947C-4DF4-977D-1068255ED577}" type="presOf" srcId="{7F039845-2639-46CC-9C68-78A16AD1DC24}" destId="{CF80B2E8-2D6A-438E-8557-C058E05A31FD}" srcOrd="0" destOrd="0" presId="urn:microsoft.com/office/officeart/2005/8/layout/hierarchy1"/>
    <dgm:cxn modelId="{684D0209-EB26-4AFC-8E41-C022B6B65A05}" type="presParOf" srcId="{123A2A07-67C2-4708-94CD-4C6C2DF1E219}" destId="{2EA793DB-0DA3-4597-AEAB-7DC91F68A5FC}" srcOrd="0" destOrd="0" presId="urn:microsoft.com/office/officeart/2005/8/layout/hierarchy1"/>
    <dgm:cxn modelId="{1D157021-057C-474F-B2C9-2FD1CD521D3F}" type="presParOf" srcId="{2EA793DB-0DA3-4597-AEAB-7DC91F68A5FC}" destId="{73FF7B53-8E76-41F5-AF17-01A7A2068ECB}" srcOrd="0" destOrd="0" presId="urn:microsoft.com/office/officeart/2005/8/layout/hierarchy1"/>
    <dgm:cxn modelId="{ECF16921-29B0-4567-8014-12EF7C31DF6D}" type="presParOf" srcId="{73FF7B53-8E76-41F5-AF17-01A7A2068ECB}" destId="{0629073C-4574-4639-8463-E4FC8AB35DC8}" srcOrd="0" destOrd="0" presId="urn:microsoft.com/office/officeart/2005/8/layout/hierarchy1"/>
    <dgm:cxn modelId="{7F645CB2-45ED-486D-A1FF-AB4758D617A8}" type="presParOf" srcId="{73FF7B53-8E76-41F5-AF17-01A7A2068ECB}" destId="{CF80B2E8-2D6A-438E-8557-C058E05A31FD}" srcOrd="1" destOrd="0" presId="urn:microsoft.com/office/officeart/2005/8/layout/hierarchy1"/>
    <dgm:cxn modelId="{36A611D9-29E6-4422-819A-89F95A8C3BD8}" type="presParOf" srcId="{2EA793DB-0DA3-4597-AEAB-7DC91F68A5FC}" destId="{81C541D1-2A57-4427-B16D-DF9D064CD00C}" srcOrd="1" destOrd="0" presId="urn:microsoft.com/office/officeart/2005/8/layout/hierarchy1"/>
    <dgm:cxn modelId="{8F65647F-ADDE-49CA-8BE9-A2ED5105ADBF}" type="presParOf" srcId="{123A2A07-67C2-4708-94CD-4C6C2DF1E219}" destId="{874C844C-7019-431B-9F30-2966C3F18396}" srcOrd="1" destOrd="0" presId="urn:microsoft.com/office/officeart/2005/8/layout/hierarchy1"/>
    <dgm:cxn modelId="{7E17FACF-7BAA-4F5C-8AD8-250EBADAB5C9}" type="presParOf" srcId="{874C844C-7019-431B-9F30-2966C3F18396}" destId="{8EAF1E7A-6379-4224-BB65-67F9C991D6C4}" srcOrd="0" destOrd="0" presId="urn:microsoft.com/office/officeart/2005/8/layout/hierarchy1"/>
    <dgm:cxn modelId="{280A5BBA-817B-4D1F-99D7-CADC6FB5E924}" type="presParOf" srcId="{8EAF1E7A-6379-4224-BB65-67F9C991D6C4}" destId="{337BEC7B-EA67-4102-8D38-8DC47185A90D}" srcOrd="0" destOrd="0" presId="urn:microsoft.com/office/officeart/2005/8/layout/hierarchy1"/>
    <dgm:cxn modelId="{CEC1B7CC-C702-46D6-8488-BB15ACE366BD}" type="presParOf" srcId="{8EAF1E7A-6379-4224-BB65-67F9C991D6C4}" destId="{7D5508B3-A3EC-48BC-AF94-15EB0C28ABB1}" srcOrd="1" destOrd="0" presId="urn:microsoft.com/office/officeart/2005/8/layout/hierarchy1"/>
    <dgm:cxn modelId="{B44E52F3-B37E-4B83-AE80-4528D8824550}" type="presParOf" srcId="{874C844C-7019-431B-9F30-2966C3F18396}" destId="{9CE0156B-7565-40A1-A350-547179BED652}" srcOrd="1" destOrd="0" presId="urn:microsoft.com/office/officeart/2005/8/layout/hierarchy1"/>
    <dgm:cxn modelId="{EE2344E7-220E-4AA8-82CC-A36CA7B898BF}" type="presParOf" srcId="{123A2A07-67C2-4708-94CD-4C6C2DF1E219}" destId="{4DAC95E0-FF59-4853-8952-3E12D150F755}" srcOrd="2" destOrd="0" presId="urn:microsoft.com/office/officeart/2005/8/layout/hierarchy1"/>
    <dgm:cxn modelId="{623F034A-67FA-4267-A09B-4DF4D3491ABE}" type="presParOf" srcId="{4DAC95E0-FF59-4853-8952-3E12D150F755}" destId="{BAC497FC-EA54-4AE9-94A4-276A691E3634}" srcOrd="0" destOrd="0" presId="urn:microsoft.com/office/officeart/2005/8/layout/hierarchy1"/>
    <dgm:cxn modelId="{B8DCAB5F-9753-40EF-811B-26D99241A0D1}" type="presParOf" srcId="{BAC497FC-EA54-4AE9-94A4-276A691E3634}" destId="{615ED191-9E87-4684-8DF7-C89A9B59F23C}" srcOrd="0" destOrd="0" presId="urn:microsoft.com/office/officeart/2005/8/layout/hierarchy1"/>
    <dgm:cxn modelId="{CD431320-FC68-4BE5-8D4B-034F9B764274}" type="presParOf" srcId="{BAC497FC-EA54-4AE9-94A4-276A691E3634}" destId="{9A6543B3-1176-4BD9-BDA9-B68C3AC69EFA}" srcOrd="1" destOrd="0" presId="urn:microsoft.com/office/officeart/2005/8/layout/hierarchy1"/>
    <dgm:cxn modelId="{81918B39-43E8-4C08-B649-62AE4A01A4E7}" type="presParOf" srcId="{4DAC95E0-FF59-4853-8952-3E12D150F755}" destId="{635A0B02-DD3B-49C3-88C1-2DB20BED8F0B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13FA040-F468-400A-B216-B1EB7678C6D6}" type="doc">
      <dgm:prSet loTypeId="urn:microsoft.com/office/officeart/2005/8/layout/matrix3" loCatId="matrix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9ED76D37-7CFC-4F79-9CD3-B36003597DED}">
      <dgm:prSet/>
      <dgm:spPr/>
      <dgm:t>
        <a:bodyPr/>
        <a:lstStyle/>
        <a:p>
          <a:r>
            <a:rPr lang="en-US"/>
            <a:t>Hard to define originality</a:t>
          </a:r>
        </a:p>
      </dgm:t>
    </dgm:pt>
    <dgm:pt modelId="{B2CDE37A-436E-4D8E-B813-5BC4A2D3CB01}" type="parTrans" cxnId="{F81B4DEF-1830-4A08-91E7-6FA81D5801AA}">
      <dgm:prSet/>
      <dgm:spPr/>
      <dgm:t>
        <a:bodyPr/>
        <a:lstStyle/>
        <a:p>
          <a:endParaRPr lang="en-US"/>
        </a:p>
      </dgm:t>
    </dgm:pt>
    <dgm:pt modelId="{4F2D6F82-DD84-4BC7-8DB5-700A706EC3A8}" type="sibTrans" cxnId="{F81B4DEF-1830-4A08-91E7-6FA81D5801AA}">
      <dgm:prSet/>
      <dgm:spPr/>
      <dgm:t>
        <a:bodyPr/>
        <a:lstStyle/>
        <a:p>
          <a:endParaRPr lang="en-US"/>
        </a:p>
      </dgm:t>
    </dgm:pt>
    <dgm:pt modelId="{02D4101C-9F96-45D7-BF8C-31EA166940DE}">
      <dgm:prSet/>
      <dgm:spPr/>
      <dgm:t>
        <a:bodyPr/>
        <a:lstStyle/>
        <a:p>
          <a:r>
            <a:rPr lang="en-US"/>
            <a:t>Who owns AI generated content?</a:t>
          </a:r>
        </a:p>
      </dgm:t>
    </dgm:pt>
    <dgm:pt modelId="{818D2608-27EA-421B-A8A9-6BD77AF73DBB}" type="parTrans" cxnId="{27731EAC-44A1-4D10-8A1D-BCF52B0EC64A}">
      <dgm:prSet/>
      <dgm:spPr/>
      <dgm:t>
        <a:bodyPr/>
        <a:lstStyle/>
        <a:p>
          <a:endParaRPr lang="en-US"/>
        </a:p>
      </dgm:t>
    </dgm:pt>
    <dgm:pt modelId="{0C37ABF4-39B3-426D-9EEB-3B3A427743B0}" type="sibTrans" cxnId="{27731EAC-44A1-4D10-8A1D-BCF52B0EC64A}">
      <dgm:prSet/>
      <dgm:spPr/>
      <dgm:t>
        <a:bodyPr/>
        <a:lstStyle/>
        <a:p>
          <a:endParaRPr lang="en-US"/>
        </a:p>
      </dgm:t>
    </dgm:pt>
    <dgm:pt modelId="{5083722B-1B3A-4C47-9F76-5FA8EC00B2AB}">
      <dgm:prSet/>
      <dgm:spPr/>
      <dgm:t>
        <a:bodyPr/>
        <a:lstStyle/>
        <a:p>
          <a:r>
            <a:rPr lang="en-US"/>
            <a:t>Audience bias against AI art</a:t>
          </a:r>
        </a:p>
      </dgm:t>
    </dgm:pt>
    <dgm:pt modelId="{204CDCAE-1B75-4399-883E-9564812FDD16}" type="parTrans" cxnId="{D8BD2AEB-D65F-46C8-8786-8BA5D5B1C101}">
      <dgm:prSet/>
      <dgm:spPr/>
      <dgm:t>
        <a:bodyPr/>
        <a:lstStyle/>
        <a:p>
          <a:endParaRPr lang="en-US"/>
        </a:p>
      </dgm:t>
    </dgm:pt>
    <dgm:pt modelId="{84E05B1A-36B1-4353-BEE8-D209BCF4DFAD}" type="sibTrans" cxnId="{D8BD2AEB-D65F-46C8-8786-8BA5D5B1C101}">
      <dgm:prSet/>
      <dgm:spPr/>
      <dgm:t>
        <a:bodyPr/>
        <a:lstStyle/>
        <a:p>
          <a:endParaRPr lang="en-US"/>
        </a:p>
      </dgm:t>
    </dgm:pt>
    <dgm:pt modelId="{D299A6F5-D337-43B6-A0F7-7D00CF149D53}">
      <dgm:prSet/>
      <dgm:spPr/>
      <dgm:t>
        <a:bodyPr/>
        <a:lstStyle/>
        <a:p>
          <a:r>
            <a:rPr lang="en-US"/>
            <a:t>Greater concern at higher creativity levels</a:t>
          </a:r>
        </a:p>
      </dgm:t>
    </dgm:pt>
    <dgm:pt modelId="{5DEB943E-7D74-4EFA-B76B-D988C12E70CC}" type="parTrans" cxnId="{F1E58BD8-679D-471A-B8F1-CA7F3C5DD7EC}">
      <dgm:prSet/>
      <dgm:spPr/>
      <dgm:t>
        <a:bodyPr/>
        <a:lstStyle/>
        <a:p>
          <a:endParaRPr lang="en-US"/>
        </a:p>
      </dgm:t>
    </dgm:pt>
    <dgm:pt modelId="{6436C66A-3940-4FF9-9831-3F24BAFDE5EA}" type="sibTrans" cxnId="{F1E58BD8-679D-471A-B8F1-CA7F3C5DD7EC}">
      <dgm:prSet/>
      <dgm:spPr/>
      <dgm:t>
        <a:bodyPr/>
        <a:lstStyle/>
        <a:p>
          <a:endParaRPr lang="en-US"/>
        </a:p>
      </dgm:t>
    </dgm:pt>
    <dgm:pt modelId="{C91B5151-B19D-4A4A-AAE0-0959789A253E}" type="pres">
      <dgm:prSet presAssocID="{313FA040-F468-400A-B216-B1EB7678C6D6}" presName="matrix" presStyleCnt="0">
        <dgm:presLayoutVars>
          <dgm:chMax val="1"/>
          <dgm:dir/>
          <dgm:resizeHandles val="exact"/>
        </dgm:presLayoutVars>
      </dgm:prSet>
      <dgm:spPr/>
    </dgm:pt>
    <dgm:pt modelId="{F5990036-7372-44FD-9AB5-6B7F3AC1801E}" type="pres">
      <dgm:prSet presAssocID="{313FA040-F468-400A-B216-B1EB7678C6D6}" presName="diamond" presStyleLbl="bgShp" presStyleIdx="0" presStyleCnt="1"/>
      <dgm:spPr/>
    </dgm:pt>
    <dgm:pt modelId="{A3310980-A534-4555-8A6B-7E135A6E1DE0}" type="pres">
      <dgm:prSet presAssocID="{313FA040-F468-400A-B216-B1EB7678C6D6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A096BBCF-9DD3-4BC0-A3D2-C4B12ADE1AFF}" type="pres">
      <dgm:prSet presAssocID="{313FA040-F468-400A-B216-B1EB7678C6D6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884D416D-D265-47B4-A913-556786E0C8F2}" type="pres">
      <dgm:prSet presAssocID="{313FA040-F468-400A-B216-B1EB7678C6D6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3EC9F42F-9A06-46E5-9460-307EAAAE3A80}" type="pres">
      <dgm:prSet presAssocID="{313FA040-F468-400A-B216-B1EB7678C6D6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CD1CB63A-2CA5-4BFD-B5E1-C82D36775AA7}" type="presOf" srcId="{9ED76D37-7CFC-4F79-9CD3-B36003597DED}" destId="{A3310980-A534-4555-8A6B-7E135A6E1DE0}" srcOrd="0" destOrd="0" presId="urn:microsoft.com/office/officeart/2005/8/layout/matrix3"/>
    <dgm:cxn modelId="{19B5563F-373E-48B2-869F-9875ED02BB68}" type="presOf" srcId="{D299A6F5-D337-43B6-A0F7-7D00CF149D53}" destId="{3EC9F42F-9A06-46E5-9460-307EAAAE3A80}" srcOrd="0" destOrd="0" presId="urn:microsoft.com/office/officeart/2005/8/layout/matrix3"/>
    <dgm:cxn modelId="{9FD55A58-1037-4B6E-B2A5-A06CED0A8B02}" type="presOf" srcId="{5083722B-1B3A-4C47-9F76-5FA8EC00B2AB}" destId="{884D416D-D265-47B4-A913-556786E0C8F2}" srcOrd="0" destOrd="0" presId="urn:microsoft.com/office/officeart/2005/8/layout/matrix3"/>
    <dgm:cxn modelId="{27731EAC-44A1-4D10-8A1D-BCF52B0EC64A}" srcId="{313FA040-F468-400A-B216-B1EB7678C6D6}" destId="{02D4101C-9F96-45D7-BF8C-31EA166940DE}" srcOrd="1" destOrd="0" parTransId="{818D2608-27EA-421B-A8A9-6BD77AF73DBB}" sibTransId="{0C37ABF4-39B3-426D-9EEB-3B3A427743B0}"/>
    <dgm:cxn modelId="{F1E58BD8-679D-471A-B8F1-CA7F3C5DD7EC}" srcId="{313FA040-F468-400A-B216-B1EB7678C6D6}" destId="{D299A6F5-D337-43B6-A0F7-7D00CF149D53}" srcOrd="3" destOrd="0" parTransId="{5DEB943E-7D74-4EFA-B76B-D988C12E70CC}" sibTransId="{6436C66A-3940-4FF9-9831-3F24BAFDE5EA}"/>
    <dgm:cxn modelId="{C1A826DD-9A00-4DD3-8854-F64BB0CC2670}" type="presOf" srcId="{02D4101C-9F96-45D7-BF8C-31EA166940DE}" destId="{A096BBCF-9DD3-4BC0-A3D2-C4B12ADE1AFF}" srcOrd="0" destOrd="0" presId="urn:microsoft.com/office/officeart/2005/8/layout/matrix3"/>
    <dgm:cxn modelId="{ECFFF1E2-469C-4C4D-B13E-7BEBC333B414}" type="presOf" srcId="{313FA040-F468-400A-B216-B1EB7678C6D6}" destId="{C91B5151-B19D-4A4A-AAE0-0959789A253E}" srcOrd="0" destOrd="0" presId="urn:microsoft.com/office/officeart/2005/8/layout/matrix3"/>
    <dgm:cxn modelId="{D8BD2AEB-D65F-46C8-8786-8BA5D5B1C101}" srcId="{313FA040-F468-400A-B216-B1EB7678C6D6}" destId="{5083722B-1B3A-4C47-9F76-5FA8EC00B2AB}" srcOrd="2" destOrd="0" parTransId="{204CDCAE-1B75-4399-883E-9564812FDD16}" sibTransId="{84E05B1A-36B1-4353-BEE8-D209BCF4DFAD}"/>
    <dgm:cxn modelId="{F81B4DEF-1830-4A08-91E7-6FA81D5801AA}" srcId="{313FA040-F468-400A-B216-B1EB7678C6D6}" destId="{9ED76D37-7CFC-4F79-9CD3-B36003597DED}" srcOrd="0" destOrd="0" parTransId="{B2CDE37A-436E-4D8E-B813-5BC4A2D3CB01}" sibTransId="{4F2D6F82-DD84-4BC7-8DB5-700A706EC3A8}"/>
    <dgm:cxn modelId="{80559EEF-E081-4F17-B01A-07E1A89F6295}" type="presParOf" srcId="{C91B5151-B19D-4A4A-AAE0-0959789A253E}" destId="{F5990036-7372-44FD-9AB5-6B7F3AC1801E}" srcOrd="0" destOrd="0" presId="urn:microsoft.com/office/officeart/2005/8/layout/matrix3"/>
    <dgm:cxn modelId="{565210CF-90C2-4AE6-AC90-FD97F367EBB4}" type="presParOf" srcId="{C91B5151-B19D-4A4A-AAE0-0959789A253E}" destId="{A3310980-A534-4555-8A6B-7E135A6E1DE0}" srcOrd="1" destOrd="0" presId="urn:microsoft.com/office/officeart/2005/8/layout/matrix3"/>
    <dgm:cxn modelId="{294A09FA-411D-4F84-B000-2DBA871CE983}" type="presParOf" srcId="{C91B5151-B19D-4A4A-AAE0-0959789A253E}" destId="{A096BBCF-9DD3-4BC0-A3D2-C4B12ADE1AFF}" srcOrd="2" destOrd="0" presId="urn:microsoft.com/office/officeart/2005/8/layout/matrix3"/>
    <dgm:cxn modelId="{87FE855B-2450-48D3-A5B4-59CF0F565E5C}" type="presParOf" srcId="{C91B5151-B19D-4A4A-AAE0-0959789A253E}" destId="{884D416D-D265-47B4-A913-556786E0C8F2}" srcOrd="3" destOrd="0" presId="urn:microsoft.com/office/officeart/2005/8/layout/matrix3"/>
    <dgm:cxn modelId="{432F0846-E80C-45BE-B79B-DD76B532EB3D}" type="presParOf" srcId="{C91B5151-B19D-4A4A-AAE0-0959789A253E}" destId="{3EC9F42F-9A06-46E5-9460-307EAAAE3A80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46659B2-A8D6-419D-9BF1-D6BFF5E3E5C0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A63F2A3-D04C-482B-90A7-1D544C891D32}">
      <dgm:prSet/>
      <dgm:spPr/>
      <dgm:t>
        <a:bodyPr/>
        <a:lstStyle/>
        <a:p>
          <a:r>
            <a:rPr lang="en-US"/>
            <a:t>AI as a generator</a:t>
          </a:r>
        </a:p>
      </dgm:t>
    </dgm:pt>
    <dgm:pt modelId="{18D042FB-0F3C-47D2-B684-0C2F6AB10F76}" type="parTrans" cxnId="{04C10D10-60CA-4AAB-AE68-2E3EEDA5C17D}">
      <dgm:prSet/>
      <dgm:spPr/>
      <dgm:t>
        <a:bodyPr/>
        <a:lstStyle/>
        <a:p>
          <a:endParaRPr lang="en-US"/>
        </a:p>
      </dgm:t>
    </dgm:pt>
    <dgm:pt modelId="{7B489278-F24A-4FEF-80C0-0D681BD52E65}" type="sibTrans" cxnId="{04C10D10-60CA-4AAB-AE68-2E3EEDA5C17D}">
      <dgm:prSet/>
      <dgm:spPr/>
      <dgm:t>
        <a:bodyPr/>
        <a:lstStyle/>
        <a:p>
          <a:endParaRPr lang="en-US"/>
        </a:p>
      </dgm:t>
    </dgm:pt>
    <dgm:pt modelId="{41CF560C-9795-4BF3-83A1-6FB6C156C5EF}">
      <dgm:prSet/>
      <dgm:spPr/>
      <dgm:t>
        <a:bodyPr/>
        <a:lstStyle/>
        <a:p>
          <a:r>
            <a:rPr lang="en-US" dirty="0"/>
            <a:t>Similar to photoshop / cameras (photography)</a:t>
          </a:r>
        </a:p>
      </dgm:t>
    </dgm:pt>
    <dgm:pt modelId="{8C0B4099-0E0F-4158-A6A1-C4BD4966AC0A}" type="parTrans" cxnId="{AE6B9FEC-6812-4767-BB8E-4128E0533F22}">
      <dgm:prSet/>
      <dgm:spPr/>
      <dgm:t>
        <a:bodyPr/>
        <a:lstStyle/>
        <a:p>
          <a:endParaRPr lang="en-US"/>
        </a:p>
      </dgm:t>
    </dgm:pt>
    <dgm:pt modelId="{F8321B15-E53D-49FA-837E-A2BA596CB636}" type="sibTrans" cxnId="{AE6B9FEC-6812-4767-BB8E-4128E0533F22}">
      <dgm:prSet/>
      <dgm:spPr/>
      <dgm:t>
        <a:bodyPr/>
        <a:lstStyle/>
        <a:p>
          <a:endParaRPr lang="en-US"/>
        </a:p>
      </dgm:t>
    </dgm:pt>
    <dgm:pt modelId="{4C3E591B-B520-4865-98A6-B8F8B90CEDD4}">
      <dgm:prSet/>
      <dgm:spPr/>
      <dgm:t>
        <a:bodyPr/>
        <a:lstStyle/>
        <a:p>
          <a:r>
            <a:rPr lang="en-US"/>
            <a:t>Expands creative possibilities</a:t>
          </a:r>
        </a:p>
      </dgm:t>
    </dgm:pt>
    <dgm:pt modelId="{F7DDC05D-1465-43F2-A003-9C2ACC240FF6}" type="parTrans" cxnId="{AD329DFE-AF32-4EE4-A0BD-2F6ACCAD8143}">
      <dgm:prSet/>
      <dgm:spPr/>
      <dgm:t>
        <a:bodyPr/>
        <a:lstStyle/>
        <a:p>
          <a:endParaRPr lang="en-US"/>
        </a:p>
      </dgm:t>
    </dgm:pt>
    <dgm:pt modelId="{96E3ABE9-5BAD-4F2F-B5C2-68754B5EDEC4}" type="sibTrans" cxnId="{AD329DFE-AF32-4EE4-A0BD-2F6ACCAD8143}">
      <dgm:prSet/>
      <dgm:spPr/>
      <dgm:t>
        <a:bodyPr/>
        <a:lstStyle/>
        <a:p>
          <a:endParaRPr lang="en-US"/>
        </a:p>
      </dgm:t>
    </dgm:pt>
    <dgm:pt modelId="{7842C73B-C085-4730-AAED-61CD119CF2E4}">
      <dgm:prSet/>
      <dgm:spPr/>
      <dgm:t>
        <a:bodyPr/>
        <a:lstStyle/>
        <a:p>
          <a:r>
            <a:rPr lang="en-US"/>
            <a:t>Could redefine artistic skill</a:t>
          </a:r>
        </a:p>
      </dgm:t>
    </dgm:pt>
    <dgm:pt modelId="{1B250B04-7DB9-4903-B502-ABB1FE56BAB1}" type="parTrans" cxnId="{B76B477D-FC46-47BE-A274-758B7F8878F5}">
      <dgm:prSet/>
      <dgm:spPr/>
      <dgm:t>
        <a:bodyPr/>
        <a:lstStyle/>
        <a:p>
          <a:endParaRPr lang="en-US"/>
        </a:p>
      </dgm:t>
    </dgm:pt>
    <dgm:pt modelId="{D7B4BBD8-5DB2-482F-AF8A-A928E68B3104}" type="sibTrans" cxnId="{B76B477D-FC46-47BE-A274-758B7F8878F5}">
      <dgm:prSet/>
      <dgm:spPr/>
      <dgm:t>
        <a:bodyPr/>
        <a:lstStyle/>
        <a:p>
          <a:endParaRPr lang="en-US"/>
        </a:p>
      </dgm:t>
    </dgm:pt>
    <dgm:pt modelId="{69510278-31AD-4C94-A77F-AB009A822853}" type="pres">
      <dgm:prSet presAssocID="{A46659B2-A8D6-419D-9BF1-D6BFF5E3E5C0}" presName="linear" presStyleCnt="0">
        <dgm:presLayoutVars>
          <dgm:animLvl val="lvl"/>
          <dgm:resizeHandles val="exact"/>
        </dgm:presLayoutVars>
      </dgm:prSet>
      <dgm:spPr/>
    </dgm:pt>
    <dgm:pt modelId="{E76E801C-2203-4A53-BD65-E74AA7451479}" type="pres">
      <dgm:prSet presAssocID="{4A63F2A3-D04C-482B-90A7-1D544C891D3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E89265F-2269-4226-91EE-9BB64B022297}" type="pres">
      <dgm:prSet presAssocID="{7B489278-F24A-4FEF-80C0-0D681BD52E65}" presName="spacer" presStyleCnt="0"/>
      <dgm:spPr/>
    </dgm:pt>
    <dgm:pt modelId="{B364C84C-BD6D-43ED-90B2-86FD2AC8F253}" type="pres">
      <dgm:prSet presAssocID="{41CF560C-9795-4BF3-83A1-6FB6C156C5E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88B1A06-AF12-4FA9-B6B8-FC1C04019399}" type="pres">
      <dgm:prSet presAssocID="{F8321B15-E53D-49FA-837E-A2BA596CB636}" presName="spacer" presStyleCnt="0"/>
      <dgm:spPr/>
    </dgm:pt>
    <dgm:pt modelId="{BB9D67A1-B73F-436C-A2FA-138DA4FFE7E3}" type="pres">
      <dgm:prSet presAssocID="{4C3E591B-B520-4865-98A6-B8F8B90CEDD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36D4D85-5832-496B-9E59-DBFB74854392}" type="pres">
      <dgm:prSet presAssocID="{96E3ABE9-5BAD-4F2F-B5C2-68754B5EDEC4}" presName="spacer" presStyleCnt="0"/>
      <dgm:spPr/>
    </dgm:pt>
    <dgm:pt modelId="{4BC636C7-EE17-4460-8D58-4C5D88E1D8C6}" type="pres">
      <dgm:prSet presAssocID="{7842C73B-C085-4730-AAED-61CD119CF2E4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F426D0F-746C-4FF7-84A8-B04F63E128C7}" type="presOf" srcId="{4A63F2A3-D04C-482B-90A7-1D544C891D32}" destId="{E76E801C-2203-4A53-BD65-E74AA7451479}" srcOrd="0" destOrd="0" presId="urn:microsoft.com/office/officeart/2005/8/layout/vList2"/>
    <dgm:cxn modelId="{04C10D10-60CA-4AAB-AE68-2E3EEDA5C17D}" srcId="{A46659B2-A8D6-419D-9BF1-D6BFF5E3E5C0}" destId="{4A63F2A3-D04C-482B-90A7-1D544C891D32}" srcOrd="0" destOrd="0" parTransId="{18D042FB-0F3C-47D2-B684-0C2F6AB10F76}" sibTransId="{7B489278-F24A-4FEF-80C0-0D681BD52E65}"/>
    <dgm:cxn modelId="{B76B477D-FC46-47BE-A274-758B7F8878F5}" srcId="{A46659B2-A8D6-419D-9BF1-D6BFF5E3E5C0}" destId="{7842C73B-C085-4730-AAED-61CD119CF2E4}" srcOrd="3" destOrd="0" parTransId="{1B250B04-7DB9-4903-B502-ABB1FE56BAB1}" sibTransId="{D7B4BBD8-5DB2-482F-AF8A-A928E68B3104}"/>
    <dgm:cxn modelId="{DE3E5DC6-1821-4BE1-A182-2BA6EE5B2199}" type="presOf" srcId="{41CF560C-9795-4BF3-83A1-6FB6C156C5EF}" destId="{B364C84C-BD6D-43ED-90B2-86FD2AC8F253}" srcOrd="0" destOrd="0" presId="urn:microsoft.com/office/officeart/2005/8/layout/vList2"/>
    <dgm:cxn modelId="{12C53CC9-6CE1-458A-8D1D-1B5449A3F41D}" type="presOf" srcId="{4C3E591B-B520-4865-98A6-B8F8B90CEDD4}" destId="{BB9D67A1-B73F-436C-A2FA-138DA4FFE7E3}" srcOrd="0" destOrd="0" presId="urn:microsoft.com/office/officeart/2005/8/layout/vList2"/>
    <dgm:cxn modelId="{893FA9D1-5261-4CFD-8C5D-32639AD46A52}" type="presOf" srcId="{7842C73B-C085-4730-AAED-61CD119CF2E4}" destId="{4BC636C7-EE17-4460-8D58-4C5D88E1D8C6}" srcOrd="0" destOrd="0" presId="urn:microsoft.com/office/officeart/2005/8/layout/vList2"/>
    <dgm:cxn modelId="{AE6B9FEC-6812-4767-BB8E-4128E0533F22}" srcId="{A46659B2-A8D6-419D-9BF1-D6BFF5E3E5C0}" destId="{41CF560C-9795-4BF3-83A1-6FB6C156C5EF}" srcOrd="1" destOrd="0" parTransId="{8C0B4099-0E0F-4158-A6A1-C4BD4966AC0A}" sibTransId="{F8321B15-E53D-49FA-837E-A2BA596CB636}"/>
    <dgm:cxn modelId="{AD329DFE-AF32-4EE4-A0BD-2F6ACCAD8143}" srcId="{A46659B2-A8D6-419D-9BF1-D6BFF5E3E5C0}" destId="{4C3E591B-B520-4865-98A6-B8F8B90CEDD4}" srcOrd="2" destOrd="0" parTransId="{F7DDC05D-1465-43F2-A003-9C2ACC240FF6}" sibTransId="{96E3ABE9-5BAD-4F2F-B5C2-68754B5EDEC4}"/>
    <dgm:cxn modelId="{4C8F3EFF-B417-4DB1-BA04-DF581FEB4CB4}" type="presOf" srcId="{A46659B2-A8D6-419D-9BF1-D6BFF5E3E5C0}" destId="{69510278-31AD-4C94-A77F-AB009A822853}" srcOrd="0" destOrd="0" presId="urn:microsoft.com/office/officeart/2005/8/layout/vList2"/>
    <dgm:cxn modelId="{E5F7D21A-10B2-4508-BF35-F613EB751266}" type="presParOf" srcId="{69510278-31AD-4C94-A77F-AB009A822853}" destId="{E76E801C-2203-4A53-BD65-E74AA7451479}" srcOrd="0" destOrd="0" presId="urn:microsoft.com/office/officeart/2005/8/layout/vList2"/>
    <dgm:cxn modelId="{3B2D2E08-8F72-4DD2-900F-FD4262AB15AE}" type="presParOf" srcId="{69510278-31AD-4C94-A77F-AB009A822853}" destId="{FE89265F-2269-4226-91EE-9BB64B022297}" srcOrd="1" destOrd="0" presId="urn:microsoft.com/office/officeart/2005/8/layout/vList2"/>
    <dgm:cxn modelId="{1DEDD0C1-1833-4DB8-8E5C-A26B07A6C55B}" type="presParOf" srcId="{69510278-31AD-4C94-A77F-AB009A822853}" destId="{B364C84C-BD6D-43ED-90B2-86FD2AC8F253}" srcOrd="2" destOrd="0" presId="urn:microsoft.com/office/officeart/2005/8/layout/vList2"/>
    <dgm:cxn modelId="{53DFA4D0-425E-4A64-AD14-E3E51586B4D7}" type="presParOf" srcId="{69510278-31AD-4C94-A77F-AB009A822853}" destId="{688B1A06-AF12-4FA9-B6B8-FC1C04019399}" srcOrd="3" destOrd="0" presId="urn:microsoft.com/office/officeart/2005/8/layout/vList2"/>
    <dgm:cxn modelId="{E7BA2692-F093-4964-B54F-384FB471615A}" type="presParOf" srcId="{69510278-31AD-4C94-A77F-AB009A822853}" destId="{BB9D67A1-B73F-436C-A2FA-138DA4FFE7E3}" srcOrd="4" destOrd="0" presId="urn:microsoft.com/office/officeart/2005/8/layout/vList2"/>
    <dgm:cxn modelId="{71DB0264-D23A-4882-920C-5C34476D2168}" type="presParOf" srcId="{69510278-31AD-4C94-A77F-AB009A822853}" destId="{B36D4D85-5832-496B-9E59-DBFB74854392}" srcOrd="5" destOrd="0" presId="urn:microsoft.com/office/officeart/2005/8/layout/vList2"/>
    <dgm:cxn modelId="{90058F52-5265-4480-84D2-7BF5FF4C9ED6}" type="presParOf" srcId="{69510278-31AD-4C94-A77F-AB009A822853}" destId="{4BC636C7-EE17-4460-8D58-4C5D88E1D8C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5F17754-26DA-45DC-AE10-33D4A9AA819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04FDE92A-3CC9-4251-B025-DE17E4CA06DA}">
      <dgm:prSet/>
      <dgm:spPr/>
      <dgm:t>
        <a:bodyPr/>
        <a:lstStyle/>
        <a:p>
          <a:r>
            <a:rPr lang="en-US"/>
            <a:t>Augmenting vs replacing creativity</a:t>
          </a:r>
        </a:p>
      </dgm:t>
    </dgm:pt>
    <dgm:pt modelId="{E8804F49-A348-49E9-A6C2-041EBEF2B72E}" type="parTrans" cxnId="{42F757C8-2884-436E-AFFE-13F00A0B212C}">
      <dgm:prSet/>
      <dgm:spPr/>
      <dgm:t>
        <a:bodyPr/>
        <a:lstStyle/>
        <a:p>
          <a:endParaRPr lang="en-US"/>
        </a:p>
      </dgm:t>
    </dgm:pt>
    <dgm:pt modelId="{81DB9339-ADF3-476F-BA5C-440B06E58D0D}" type="sibTrans" cxnId="{42F757C8-2884-436E-AFFE-13F00A0B212C}">
      <dgm:prSet/>
      <dgm:spPr/>
      <dgm:t>
        <a:bodyPr/>
        <a:lstStyle/>
        <a:p>
          <a:endParaRPr lang="en-US"/>
        </a:p>
      </dgm:t>
    </dgm:pt>
    <dgm:pt modelId="{78FAEA25-8A8A-4A4D-AD2A-A765B4E439BE}">
      <dgm:prSet/>
      <dgm:spPr/>
      <dgm:t>
        <a:bodyPr/>
        <a:lstStyle/>
        <a:p>
          <a:r>
            <a:rPr lang="en-US"/>
            <a:t>Job market implications</a:t>
          </a:r>
        </a:p>
      </dgm:t>
    </dgm:pt>
    <dgm:pt modelId="{08729FD6-80AD-4608-AACF-C5A42AFB7526}" type="parTrans" cxnId="{982350A9-7C9A-479B-97E6-1F4EB048A910}">
      <dgm:prSet/>
      <dgm:spPr/>
      <dgm:t>
        <a:bodyPr/>
        <a:lstStyle/>
        <a:p>
          <a:endParaRPr lang="en-US"/>
        </a:p>
      </dgm:t>
    </dgm:pt>
    <dgm:pt modelId="{19365653-EFE7-4373-87B7-4029D59502BA}" type="sibTrans" cxnId="{982350A9-7C9A-479B-97E6-1F4EB048A910}">
      <dgm:prSet/>
      <dgm:spPr/>
      <dgm:t>
        <a:bodyPr/>
        <a:lstStyle/>
        <a:p>
          <a:endParaRPr lang="en-US"/>
        </a:p>
      </dgm:t>
    </dgm:pt>
    <dgm:pt modelId="{BCC67C43-8A6F-494D-AE8B-2BB91DD71786}">
      <dgm:prSet/>
      <dgm:spPr/>
      <dgm:t>
        <a:bodyPr/>
        <a:lstStyle/>
        <a:p>
          <a:r>
            <a:rPr lang="en-US"/>
            <a:t>Creative professions at risk</a:t>
          </a:r>
        </a:p>
      </dgm:t>
    </dgm:pt>
    <dgm:pt modelId="{60090F79-380D-443A-BA99-E0F3E1D2F6C5}" type="parTrans" cxnId="{1CBC1966-C696-4DE2-9216-21FA2AA97149}">
      <dgm:prSet/>
      <dgm:spPr/>
      <dgm:t>
        <a:bodyPr/>
        <a:lstStyle/>
        <a:p>
          <a:endParaRPr lang="en-US"/>
        </a:p>
      </dgm:t>
    </dgm:pt>
    <dgm:pt modelId="{96676D61-9EB9-4856-84CA-3305887F6E7E}" type="sibTrans" cxnId="{1CBC1966-C696-4DE2-9216-21FA2AA97149}">
      <dgm:prSet/>
      <dgm:spPr/>
      <dgm:t>
        <a:bodyPr/>
        <a:lstStyle/>
        <a:p>
          <a:endParaRPr lang="en-US"/>
        </a:p>
      </dgm:t>
    </dgm:pt>
    <dgm:pt modelId="{C1ACCC60-E949-49DE-8932-F3141236BCDE}">
      <dgm:prSet/>
      <dgm:spPr/>
      <dgm:t>
        <a:bodyPr/>
        <a:lstStyle/>
        <a:p>
          <a:r>
            <a:rPr lang="en-US"/>
            <a:t>Changing creative norms</a:t>
          </a:r>
        </a:p>
      </dgm:t>
    </dgm:pt>
    <dgm:pt modelId="{44A2A275-0FF8-4F9F-971B-F92D360359E1}" type="parTrans" cxnId="{6481D27B-281D-4236-816F-CAD1316C8A3F}">
      <dgm:prSet/>
      <dgm:spPr/>
      <dgm:t>
        <a:bodyPr/>
        <a:lstStyle/>
        <a:p>
          <a:endParaRPr lang="en-US"/>
        </a:p>
      </dgm:t>
    </dgm:pt>
    <dgm:pt modelId="{CE20E734-6495-4826-9B03-D63027B70B6B}" type="sibTrans" cxnId="{6481D27B-281D-4236-816F-CAD1316C8A3F}">
      <dgm:prSet/>
      <dgm:spPr/>
      <dgm:t>
        <a:bodyPr/>
        <a:lstStyle/>
        <a:p>
          <a:endParaRPr lang="en-US"/>
        </a:p>
      </dgm:t>
    </dgm:pt>
    <dgm:pt modelId="{D4F576A0-F638-4037-AD35-B0FC2666027D}" type="pres">
      <dgm:prSet presAssocID="{05F17754-26DA-45DC-AE10-33D4A9AA819C}" presName="root" presStyleCnt="0">
        <dgm:presLayoutVars>
          <dgm:dir/>
          <dgm:resizeHandles val="exact"/>
        </dgm:presLayoutVars>
      </dgm:prSet>
      <dgm:spPr/>
    </dgm:pt>
    <dgm:pt modelId="{D5676093-5EA9-48C9-90D8-622771C265F1}" type="pres">
      <dgm:prSet presAssocID="{04FDE92A-3CC9-4251-B025-DE17E4CA06DA}" presName="compNode" presStyleCnt="0"/>
      <dgm:spPr/>
    </dgm:pt>
    <dgm:pt modelId="{47B1EA91-6DCB-43A3-887D-53346C34F027}" type="pres">
      <dgm:prSet presAssocID="{04FDE92A-3CC9-4251-B025-DE17E4CA06DA}" presName="bgRect" presStyleLbl="bgShp" presStyleIdx="0" presStyleCnt="4"/>
      <dgm:spPr/>
    </dgm:pt>
    <dgm:pt modelId="{BA76812C-3F56-42E4-919F-E376A4CEC599}" type="pres">
      <dgm:prSet presAssocID="{04FDE92A-3CC9-4251-B025-DE17E4CA06DA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8A22C60E-8C46-4F87-9256-573E3E272B1E}" type="pres">
      <dgm:prSet presAssocID="{04FDE92A-3CC9-4251-B025-DE17E4CA06DA}" presName="spaceRect" presStyleCnt="0"/>
      <dgm:spPr/>
    </dgm:pt>
    <dgm:pt modelId="{92480853-FD14-4E5D-BABA-75463D032AA9}" type="pres">
      <dgm:prSet presAssocID="{04FDE92A-3CC9-4251-B025-DE17E4CA06DA}" presName="parTx" presStyleLbl="revTx" presStyleIdx="0" presStyleCnt="4">
        <dgm:presLayoutVars>
          <dgm:chMax val="0"/>
          <dgm:chPref val="0"/>
        </dgm:presLayoutVars>
      </dgm:prSet>
      <dgm:spPr/>
    </dgm:pt>
    <dgm:pt modelId="{B532593D-3AC5-47AE-9C8A-5C3A42F56CFC}" type="pres">
      <dgm:prSet presAssocID="{81DB9339-ADF3-476F-BA5C-440B06E58D0D}" presName="sibTrans" presStyleCnt="0"/>
      <dgm:spPr/>
    </dgm:pt>
    <dgm:pt modelId="{7A541481-DB83-4EA0-869A-1D80604C064A}" type="pres">
      <dgm:prSet presAssocID="{78FAEA25-8A8A-4A4D-AD2A-A765B4E439BE}" presName="compNode" presStyleCnt="0"/>
      <dgm:spPr/>
    </dgm:pt>
    <dgm:pt modelId="{C781193B-C0B2-4A95-A385-DC5F6ECBF9F6}" type="pres">
      <dgm:prSet presAssocID="{78FAEA25-8A8A-4A4D-AD2A-A765B4E439BE}" presName="bgRect" presStyleLbl="bgShp" presStyleIdx="1" presStyleCnt="4"/>
      <dgm:spPr/>
    </dgm:pt>
    <dgm:pt modelId="{FF1E428C-B42B-492F-867D-2741E67A9553}" type="pres">
      <dgm:prSet presAssocID="{78FAEA25-8A8A-4A4D-AD2A-A765B4E439BE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584C9FD2-55A4-431F-8A1B-4DC3D3322D8D}" type="pres">
      <dgm:prSet presAssocID="{78FAEA25-8A8A-4A4D-AD2A-A765B4E439BE}" presName="spaceRect" presStyleCnt="0"/>
      <dgm:spPr/>
    </dgm:pt>
    <dgm:pt modelId="{53E4708E-5883-45EF-A096-42F0D3F927B0}" type="pres">
      <dgm:prSet presAssocID="{78FAEA25-8A8A-4A4D-AD2A-A765B4E439BE}" presName="parTx" presStyleLbl="revTx" presStyleIdx="1" presStyleCnt="4">
        <dgm:presLayoutVars>
          <dgm:chMax val="0"/>
          <dgm:chPref val="0"/>
        </dgm:presLayoutVars>
      </dgm:prSet>
      <dgm:spPr/>
    </dgm:pt>
    <dgm:pt modelId="{F9741A17-0B79-437F-958D-E827509DA86A}" type="pres">
      <dgm:prSet presAssocID="{19365653-EFE7-4373-87B7-4029D59502BA}" presName="sibTrans" presStyleCnt="0"/>
      <dgm:spPr/>
    </dgm:pt>
    <dgm:pt modelId="{5BC952E3-AAFF-44B3-AA13-EB4770698613}" type="pres">
      <dgm:prSet presAssocID="{BCC67C43-8A6F-494D-AE8B-2BB91DD71786}" presName="compNode" presStyleCnt="0"/>
      <dgm:spPr/>
    </dgm:pt>
    <dgm:pt modelId="{0E627861-02D5-4B02-9293-40CF581C2985}" type="pres">
      <dgm:prSet presAssocID="{BCC67C43-8A6F-494D-AE8B-2BB91DD71786}" presName="bgRect" presStyleLbl="bgShp" presStyleIdx="2" presStyleCnt="4"/>
      <dgm:spPr/>
    </dgm:pt>
    <dgm:pt modelId="{6B2409A8-EF2D-4FBE-887E-A2334C521AF2}" type="pres">
      <dgm:prSet presAssocID="{BCC67C43-8A6F-494D-AE8B-2BB91DD71786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480E3925-D738-48DE-81CF-7580B11BD9F2}" type="pres">
      <dgm:prSet presAssocID="{BCC67C43-8A6F-494D-AE8B-2BB91DD71786}" presName="spaceRect" presStyleCnt="0"/>
      <dgm:spPr/>
    </dgm:pt>
    <dgm:pt modelId="{8EAE4714-9E72-49E3-83D3-4B64F1B4C17A}" type="pres">
      <dgm:prSet presAssocID="{BCC67C43-8A6F-494D-AE8B-2BB91DD71786}" presName="parTx" presStyleLbl="revTx" presStyleIdx="2" presStyleCnt="4">
        <dgm:presLayoutVars>
          <dgm:chMax val="0"/>
          <dgm:chPref val="0"/>
        </dgm:presLayoutVars>
      </dgm:prSet>
      <dgm:spPr/>
    </dgm:pt>
    <dgm:pt modelId="{520558F0-62A1-481E-A7B3-27912B15BC66}" type="pres">
      <dgm:prSet presAssocID="{96676D61-9EB9-4856-84CA-3305887F6E7E}" presName="sibTrans" presStyleCnt="0"/>
      <dgm:spPr/>
    </dgm:pt>
    <dgm:pt modelId="{30EEFB40-0AC9-4409-8896-99F0D2CA6E3F}" type="pres">
      <dgm:prSet presAssocID="{C1ACCC60-E949-49DE-8932-F3141236BCDE}" presName="compNode" presStyleCnt="0"/>
      <dgm:spPr/>
    </dgm:pt>
    <dgm:pt modelId="{C198D32E-F99C-4BC7-AA60-3207B441E9CC}" type="pres">
      <dgm:prSet presAssocID="{C1ACCC60-E949-49DE-8932-F3141236BCDE}" presName="bgRect" presStyleLbl="bgShp" presStyleIdx="3" presStyleCnt="4"/>
      <dgm:spPr/>
    </dgm:pt>
    <dgm:pt modelId="{0E11CE31-86BD-4103-A6A0-809E91D61957}" type="pres">
      <dgm:prSet presAssocID="{C1ACCC60-E949-49DE-8932-F3141236BCDE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F8913EFD-68F4-4B28-9977-6B7B5D324E47}" type="pres">
      <dgm:prSet presAssocID="{C1ACCC60-E949-49DE-8932-F3141236BCDE}" presName="spaceRect" presStyleCnt="0"/>
      <dgm:spPr/>
    </dgm:pt>
    <dgm:pt modelId="{C3395CC9-A6AB-4365-AD7F-DCAF15150464}" type="pres">
      <dgm:prSet presAssocID="{C1ACCC60-E949-49DE-8932-F3141236BCDE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AAE02C1D-22EC-4B2F-A59F-DE607802487F}" type="presOf" srcId="{78FAEA25-8A8A-4A4D-AD2A-A765B4E439BE}" destId="{53E4708E-5883-45EF-A096-42F0D3F927B0}" srcOrd="0" destOrd="0" presId="urn:microsoft.com/office/officeart/2018/2/layout/IconVerticalSolidList"/>
    <dgm:cxn modelId="{1CBC1966-C696-4DE2-9216-21FA2AA97149}" srcId="{05F17754-26DA-45DC-AE10-33D4A9AA819C}" destId="{BCC67C43-8A6F-494D-AE8B-2BB91DD71786}" srcOrd="2" destOrd="0" parTransId="{60090F79-380D-443A-BA99-E0F3E1D2F6C5}" sibTransId="{96676D61-9EB9-4856-84CA-3305887F6E7E}"/>
    <dgm:cxn modelId="{9EDD476C-C264-4B04-A019-53F160A5A1E2}" type="presOf" srcId="{C1ACCC60-E949-49DE-8932-F3141236BCDE}" destId="{C3395CC9-A6AB-4365-AD7F-DCAF15150464}" srcOrd="0" destOrd="0" presId="urn:microsoft.com/office/officeart/2018/2/layout/IconVerticalSolidList"/>
    <dgm:cxn modelId="{6481D27B-281D-4236-816F-CAD1316C8A3F}" srcId="{05F17754-26DA-45DC-AE10-33D4A9AA819C}" destId="{C1ACCC60-E949-49DE-8932-F3141236BCDE}" srcOrd="3" destOrd="0" parTransId="{44A2A275-0FF8-4F9F-971B-F92D360359E1}" sibTransId="{CE20E734-6495-4826-9B03-D63027B70B6B}"/>
    <dgm:cxn modelId="{982350A9-7C9A-479B-97E6-1F4EB048A910}" srcId="{05F17754-26DA-45DC-AE10-33D4A9AA819C}" destId="{78FAEA25-8A8A-4A4D-AD2A-A765B4E439BE}" srcOrd="1" destOrd="0" parTransId="{08729FD6-80AD-4608-AACF-C5A42AFB7526}" sibTransId="{19365653-EFE7-4373-87B7-4029D59502BA}"/>
    <dgm:cxn modelId="{AE925FC3-B134-4CD2-9F74-BCD5FEB81A38}" type="presOf" srcId="{BCC67C43-8A6F-494D-AE8B-2BB91DD71786}" destId="{8EAE4714-9E72-49E3-83D3-4B64F1B4C17A}" srcOrd="0" destOrd="0" presId="urn:microsoft.com/office/officeart/2018/2/layout/IconVerticalSolidList"/>
    <dgm:cxn modelId="{42F757C8-2884-436E-AFFE-13F00A0B212C}" srcId="{05F17754-26DA-45DC-AE10-33D4A9AA819C}" destId="{04FDE92A-3CC9-4251-B025-DE17E4CA06DA}" srcOrd="0" destOrd="0" parTransId="{E8804F49-A348-49E9-A6C2-041EBEF2B72E}" sibTransId="{81DB9339-ADF3-476F-BA5C-440B06E58D0D}"/>
    <dgm:cxn modelId="{8629B3D3-3423-41E3-9E84-492144229519}" type="presOf" srcId="{05F17754-26DA-45DC-AE10-33D4A9AA819C}" destId="{D4F576A0-F638-4037-AD35-B0FC2666027D}" srcOrd="0" destOrd="0" presId="urn:microsoft.com/office/officeart/2018/2/layout/IconVerticalSolidList"/>
    <dgm:cxn modelId="{C1C678F0-B6F1-4CA0-A26A-D6A33AED01A1}" type="presOf" srcId="{04FDE92A-3CC9-4251-B025-DE17E4CA06DA}" destId="{92480853-FD14-4E5D-BABA-75463D032AA9}" srcOrd="0" destOrd="0" presId="urn:microsoft.com/office/officeart/2018/2/layout/IconVerticalSolidList"/>
    <dgm:cxn modelId="{38DAF5D9-B696-4AB4-80B3-5468FAAC7051}" type="presParOf" srcId="{D4F576A0-F638-4037-AD35-B0FC2666027D}" destId="{D5676093-5EA9-48C9-90D8-622771C265F1}" srcOrd="0" destOrd="0" presId="urn:microsoft.com/office/officeart/2018/2/layout/IconVerticalSolidList"/>
    <dgm:cxn modelId="{8C661C01-9FAE-4582-A171-C2227351EF4F}" type="presParOf" srcId="{D5676093-5EA9-48C9-90D8-622771C265F1}" destId="{47B1EA91-6DCB-43A3-887D-53346C34F027}" srcOrd="0" destOrd="0" presId="urn:microsoft.com/office/officeart/2018/2/layout/IconVerticalSolidList"/>
    <dgm:cxn modelId="{4D710760-0882-4B4F-8898-846CE9E069E9}" type="presParOf" srcId="{D5676093-5EA9-48C9-90D8-622771C265F1}" destId="{BA76812C-3F56-42E4-919F-E376A4CEC599}" srcOrd="1" destOrd="0" presId="urn:microsoft.com/office/officeart/2018/2/layout/IconVerticalSolidList"/>
    <dgm:cxn modelId="{243F4D36-ACFD-4F05-B66D-110FD7D82BEA}" type="presParOf" srcId="{D5676093-5EA9-48C9-90D8-622771C265F1}" destId="{8A22C60E-8C46-4F87-9256-573E3E272B1E}" srcOrd="2" destOrd="0" presId="urn:microsoft.com/office/officeart/2018/2/layout/IconVerticalSolidList"/>
    <dgm:cxn modelId="{267ABAB0-B4B9-4F74-94CE-B8ECE48C6C43}" type="presParOf" srcId="{D5676093-5EA9-48C9-90D8-622771C265F1}" destId="{92480853-FD14-4E5D-BABA-75463D032AA9}" srcOrd="3" destOrd="0" presId="urn:microsoft.com/office/officeart/2018/2/layout/IconVerticalSolidList"/>
    <dgm:cxn modelId="{27999AEB-957F-4EBB-B097-0A5DD372FFEC}" type="presParOf" srcId="{D4F576A0-F638-4037-AD35-B0FC2666027D}" destId="{B532593D-3AC5-47AE-9C8A-5C3A42F56CFC}" srcOrd="1" destOrd="0" presId="urn:microsoft.com/office/officeart/2018/2/layout/IconVerticalSolidList"/>
    <dgm:cxn modelId="{9439CE62-6F6B-405B-9F4F-A9215784FA50}" type="presParOf" srcId="{D4F576A0-F638-4037-AD35-B0FC2666027D}" destId="{7A541481-DB83-4EA0-869A-1D80604C064A}" srcOrd="2" destOrd="0" presId="urn:microsoft.com/office/officeart/2018/2/layout/IconVerticalSolidList"/>
    <dgm:cxn modelId="{D79C0A20-6A7C-412B-8FAC-B09D2D2912D5}" type="presParOf" srcId="{7A541481-DB83-4EA0-869A-1D80604C064A}" destId="{C781193B-C0B2-4A95-A385-DC5F6ECBF9F6}" srcOrd="0" destOrd="0" presId="urn:microsoft.com/office/officeart/2018/2/layout/IconVerticalSolidList"/>
    <dgm:cxn modelId="{2BE8B228-F426-4B58-BFDA-45E47FDD6A3E}" type="presParOf" srcId="{7A541481-DB83-4EA0-869A-1D80604C064A}" destId="{FF1E428C-B42B-492F-867D-2741E67A9553}" srcOrd="1" destOrd="0" presId="urn:microsoft.com/office/officeart/2018/2/layout/IconVerticalSolidList"/>
    <dgm:cxn modelId="{59927395-E215-438F-BB87-41712461793A}" type="presParOf" srcId="{7A541481-DB83-4EA0-869A-1D80604C064A}" destId="{584C9FD2-55A4-431F-8A1B-4DC3D3322D8D}" srcOrd="2" destOrd="0" presId="urn:microsoft.com/office/officeart/2018/2/layout/IconVerticalSolidList"/>
    <dgm:cxn modelId="{A5B252B4-A782-46EE-82DE-476E758A8E08}" type="presParOf" srcId="{7A541481-DB83-4EA0-869A-1D80604C064A}" destId="{53E4708E-5883-45EF-A096-42F0D3F927B0}" srcOrd="3" destOrd="0" presId="urn:microsoft.com/office/officeart/2018/2/layout/IconVerticalSolidList"/>
    <dgm:cxn modelId="{C4EEA666-4084-424D-9298-196F6A8EA101}" type="presParOf" srcId="{D4F576A0-F638-4037-AD35-B0FC2666027D}" destId="{F9741A17-0B79-437F-958D-E827509DA86A}" srcOrd="3" destOrd="0" presId="urn:microsoft.com/office/officeart/2018/2/layout/IconVerticalSolidList"/>
    <dgm:cxn modelId="{F88AB60F-96C7-4F0F-A19C-0A0FED71F3E5}" type="presParOf" srcId="{D4F576A0-F638-4037-AD35-B0FC2666027D}" destId="{5BC952E3-AAFF-44B3-AA13-EB4770698613}" srcOrd="4" destOrd="0" presId="urn:microsoft.com/office/officeart/2018/2/layout/IconVerticalSolidList"/>
    <dgm:cxn modelId="{D43FCA72-814D-4E9A-AD63-435017BDE41C}" type="presParOf" srcId="{5BC952E3-AAFF-44B3-AA13-EB4770698613}" destId="{0E627861-02D5-4B02-9293-40CF581C2985}" srcOrd="0" destOrd="0" presId="urn:microsoft.com/office/officeart/2018/2/layout/IconVerticalSolidList"/>
    <dgm:cxn modelId="{6BA3531C-D217-4758-B2AB-F2A66C45A69A}" type="presParOf" srcId="{5BC952E3-AAFF-44B3-AA13-EB4770698613}" destId="{6B2409A8-EF2D-4FBE-887E-A2334C521AF2}" srcOrd="1" destOrd="0" presId="urn:microsoft.com/office/officeart/2018/2/layout/IconVerticalSolidList"/>
    <dgm:cxn modelId="{5E5D90AA-014B-4A9E-8543-F2FCC0FDBFA2}" type="presParOf" srcId="{5BC952E3-AAFF-44B3-AA13-EB4770698613}" destId="{480E3925-D738-48DE-81CF-7580B11BD9F2}" srcOrd="2" destOrd="0" presId="urn:microsoft.com/office/officeart/2018/2/layout/IconVerticalSolidList"/>
    <dgm:cxn modelId="{1C1AA583-A7B6-41FF-B467-0B0956B9B0F1}" type="presParOf" srcId="{5BC952E3-AAFF-44B3-AA13-EB4770698613}" destId="{8EAE4714-9E72-49E3-83D3-4B64F1B4C17A}" srcOrd="3" destOrd="0" presId="urn:microsoft.com/office/officeart/2018/2/layout/IconVerticalSolidList"/>
    <dgm:cxn modelId="{85D6840B-02AF-4ED1-82DE-1543DE1C793B}" type="presParOf" srcId="{D4F576A0-F638-4037-AD35-B0FC2666027D}" destId="{520558F0-62A1-481E-A7B3-27912B15BC66}" srcOrd="5" destOrd="0" presId="urn:microsoft.com/office/officeart/2018/2/layout/IconVerticalSolidList"/>
    <dgm:cxn modelId="{F61A9832-7293-4581-BB88-61C9ED7D7F2A}" type="presParOf" srcId="{D4F576A0-F638-4037-AD35-B0FC2666027D}" destId="{30EEFB40-0AC9-4409-8896-99F0D2CA6E3F}" srcOrd="6" destOrd="0" presId="urn:microsoft.com/office/officeart/2018/2/layout/IconVerticalSolidList"/>
    <dgm:cxn modelId="{D680A915-BCDE-403C-BC92-986E7810929C}" type="presParOf" srcId="{30EEFB40-0AC9-4409-8896-99F0D2CA6E3F}" destId="{C198D32E-F99C-4BC7-AA60-3207B441E9CC}" srcOrd="0" destOrd="0" presId="urn:microsoft.com/office/officeart/2018/2/layout/IconVerticalSolidList"/>
    <dgm:cxn modelId="{95A33015-60CB-4386-8DFA-A409670BC248}" type="presParOf" srcId="{30EEFB40-0AC9-4409-8896-99F0D2CA6E3F}" destId="{0E11CE31-86BD-4103-A6A0-809E91D61957}" srcOrd="1" destOrd="0" presId="urn:microsoft.com/office/officeart/2018/2/layout/IconVerticalSolidList"/>
    <dgm:cxn modelId="{A938A728-2A25-4CE7-8431-8C9CB79922D7}" type="presParOf" srcId="{30EEFB40-0AC9-4409-8896-99F0D2CA6E3F}" destId="{F8913EFD-68F4-4B28-9977-6B7B5D324E47}" srcOrd="2" destOrd="0" presId="urn:microsoft.com/office/officeart/2018/2/layout/IconVerticalSolidList"/>
    <dgm:cxn modelId="{730B9987-2EF0-4A82-8CBA-AC59F167D0F9}" type="presParOf" srcId="{30EEFB40-0AC9-4409-8896-99F0D2CA6E3F}" destId="{C3395CC9-A6AB-4365-AD7F-DCAF1515046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669663C-C6E0-46FB-9752-71846971EE67}" type="doc">
      <dgm:prSet loTypeId="urn:microsoft.com/office/officeart/2005/8/layout/hierarchy1" loCatId="hierarchy" qsTypeId="urn:microsoft.com/office/officeart/2005/8/quickstyle/simple5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64D45AD-7DC1-4003-A547-7D485298B503}">
      <dgm:prSet/>
      <dgm:spPr/>
      <dgm:t>
        <a:bodyPr/>
        <a:lstStyle/>
        <a:p>
          <a:r>
            <a:rPr lang="en-US"/>
            <a:t>Copyright uncertainty</a:t>
          </a:r>
        </a:p>
      </dgm:t>
    </dgm:pt>
    <dgm:pt modelId="{EDF07B6D-162D-4947-9DDD-3AB32ED8E322}" type="parTrans" cxnId="{FD4CEC11-52C5-49F5-AD48-CB9467C5E550}">
      <dgm:prSet/>
      <dgm:spPr/>
      <dgm:t>
        <a:bodyPr/>
        <a:lstStyle/>
        <a:p>
          <a:endParaRPr lang="en-US"/>
        </a:p>
      </dgm:t>
    </dgm:pt>
    <dgm:pt modelId="{21524AC1-3669-4761-95EF-92A70AF616F6}" type="sibTrans" cxnId="{FD4CEC11-52C5-49F5-AD48-CB9467C5E550}">
      <dgm:prSet/>
      <dgm:spPr/>
      <dgm:t>
        <a:bodyPr/>
        <a:lstStyle/>
        <a:p>
          <a:endParaRPr lang="en-US"/>
        </a:p>
      </dgm:t>
    </dgm:pt>
    <dgm:pt modelId="{9A338306-AAD7-4141-8E4E-2DB9253F2FC0}">
      <dgm:prSet/>
      <dgm:spPr/>
      <dgm:t>
        <a:bodyPr/>
        <a:lstStyle/>
        <a:p>
          <a:r>
            <a:rPr lang="en-US"/>
            <a:t>Ownership of AI outputs</a:t>
          </a:r>
        </a:p>
      </dgm:t>
    </dgm:pt>
    <dgm:pt modelId="{B47BC789-6DA3-4055-84AA-FDEE52513400}" type="parTrans" cxnId="{573ECA69-DC6D-4BFD-AE72-48D277E9B34A}">
      <dgm:prSet/>
      <dgm:spPr/>
      <dgm:t>
        <a:bodyPr/>
        <a:lstStyle/>
        <a:p>
          <a:endParaRPr lang="en-US"/>
        </a:p>
      </dgm:t>
    </dgm:pt>
    <dgm:pt modelId="{F5D1058A-FEBB-4883-B9E9-7EE428CC240F}" type="sibTrans" cxnId="{573ECA69-DC6D-4BFD-AE72-48D277E9B34A}">
      <dgm:prSet/>
      <dgm:spPr/>
      <dgm:t>
        <a:bodyPr/>
        <a:lstStyle/>
        <a:p>
          <a:endParaRPr lang="en-US"/>
        </a:p>
      </dgm:t>
    </dgm:pt>
    <dgm:pt modelId="{62C31C92-2DC8-4989-A37D-49938640593D}">
      <dgm:prSet/>
      <dgm:spPr/>
      <dgm:t>
        <a:bodyPr/>
        <a:lstStyle/>
        <a:p>
          <a:r>
            <a:rPr lang="en-US"/>
            <a:t>Training data concerns</a:t>
          </a:r>
        </a:p>
      </dgm:t>
    </dgm:pt>
    <dgm:pt modelId="{55E5E63A-9347-469E-A306-678E0B018809}" type="parTrans" cxnId="{6819EC3F-6D0A-42C6-AF74-B98BC3DD8574}">
      <dgm:prSet/>
      <dgm:spPr/>
      <dgm:t>
        <a:bodyPr/>
        <a:lstStyle/>
        <a:p>
          <a:endParaRPr lang="en-US"/>
        </a:p>
      </dgm:t>
    </dgm:pt>
    <dgm:pt modelId="{9665A472-FF3C-4DCE-BE35-BD9EDCB11229}" type="sibTrans" cxnId="{6819EC3F-6D0A-42C6-AF74-B98BC3DD8574}">
      <dgm:prSet/>
      <dgm:spPr/>
      <dgm:t>
        <a:bodyPr/>
        <a:lstStyle/>
        <a:p>
          <a:endParaRPr lang="en-US"/>
        </a:p>
      </dgm:t>
    </dgm:pt>
    <dgm:pt modelId="{7178EF92-1BE5-4B74-BB16-91604421BDC8}">
      <dgm:prSet/>
      <dgm:spPr/>
      <dgm:t>
        <a:bodyPr/>
        <a:lstStyle/>
        <a:p>
          <a:r>
            <a:rPr lang="en-US"/>
            <a:t>Need for new frameworks</a:t>
          </a:r>
        </a:p>
      </dgm:t>
    </dgm:pt>
    <dgm:pt modelId="{D553854F-2BF1-4455-865D-AD8DEE93218D}" type="parTrans" cxnId="{BE17A80C-3033-4872-90D1-8253F7E6DC38}">
      <dgm:prSet/>
      <dgm:spPr/>
      <dgm:t>
        <a:bodyPr/>
        <a:lstStyle/>
        <a:p>
          <a:endParaRPr lang="en-US"/>
        </a:p>
      </dgm:t>
    </dgm:pt>
    <dgm:pt modelId="{05915843-7CD9-4BBB-AA07-82F97861B8DF}" type="sibTrans" cxnId="{BE17A80C-3033-4872-90D1-8253F7E6DC38}">
      <dgm:prSet/>
      <dgm:spPr/>
      <dgm:t>
        <a:bodyPr/>
        <a:lstStyle/>
        <a:p>
          <a:endParaRPr lang="en-US"/>
        </a:p>
      </dgm:t>
    </dgm:pt>
    <dgm:pt modelId="{3B51005E-F363-4315-94E1-36BBBAC9C7D0}" type="pres">
      <dgm:prSet presAssocID="{6669663C-C6E0-46FB-9752-71846971EE6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ECAF1B9-DA6E-4F10-9DAD-45917B87A46F}" type="pres">
      <dgm:prSet presAssocID="{A64D45AD-7DC1-4003-A547-7D485298B503}" presName="hierRoot1" presStyleCnt="0"/>
      <dgm:spPr/>
    </dgm:pt>
    <dgm:pt modelId="{EA14FFD0-65E8-4860-8257-2718DD66734F}" type="pres">
      <dgm:prSet presAssocID="{A64D45AD-7DC1-4003-A547-7D485298B503}" presName="composite" presStyleCnt="0"/>
      <dgm:spPr/>
    </dgm:pt>
    <dgm:pt modelId="{241DD5C7-B91D-4632-9FB0-8A1651B94026}" type="pres">
      <dgm:prSet presAssocID="{A64D45AD-7DC1-4003-A547-7D485298B503}" presName="background" presStyleLbl="node0" presStyleIdx="0" presStyleCnt="4"/>
      <dgm:spPr/>
    </dgm:pt>
    <dgm:pt modelId="{3242FE94-D6C9-4311-9331-F0A3E3CE0577}" type="pres">
      <dgm:prSet presAssocID="{A64D45AD-7DC1-4003-A547-7D485298B503}" presName="text" presStyleLbl="fgAcc0" presStyleIdx="0" presStyleCnt="4">
        <dgm:presLayoutVars>
          <dgm:chPref val="3"/>
        </dgm:presLayoutVars>
      </dgm:prSet>
      <dgm:spPr/>
    </dgm:pt>
    <dgm:pt modelId="{B762D427-F0C6-499D-B237-F726826C9F0C}" type="pres">
      <dgm:prSet presAssocID="{A64D45AD-7DC1-4003-A547-7D485298B503}" presName="hierChild2" presStyleCnt="0"/>
      <dgm:spPr/>
    </dgm:pt>
    <dgm:pt modelId="{023D2497-109D-483A-BF76-AAAFE1FA9095}" type="pres">
      <dgm:prSet presAssocID="{9A338306-AAD7-4141-8E4E-2DB9253F2FC0}" presName="hierRoot1" presStyleCnt="0"/>
      <dgm:spPr/>
    </dgm:pt>
    <dgm:pt modelId="{5B0312A4-A232-47BC-BE11-018DC56C6240}" type="pres">
      <dgm:prSet presAssocID="{9A338306-AAD7-4141-8E4E-2DB9253F2FC0}" presName="composite" presStyleCnt="0"/>
      <dgm:spPr/>
    </dgm:pt>
    <dgm:pt modelId="{9F9A048E-42AB-43E6-8DA9-6E059CE74A46}" type="pres">
      <dgm:prSet presAssocID="{9A338306-AAD7-4141-8E4E-2DB9253F2FC0}" presName="background" presStyleLbl="node0" presStyleIdx="1" presStyleCnt="4"/>
      <dgm:spPr/>
    </dgm:pt>
    <dgm:pt modelId="{9397699A-004E-4A29-B6FC-0AE60D557C00}" type="pres">
      <dgm:prSet presAssocID="{9A338306-AAD7-4141-8E4E-2DB9253F2FC0}" presName="text" presStyleLbl="fgAcc0" presStyleIdx="1" presStyleCnt="4">
        <dgm:presLayoutVars>
          <dgm:chPref val="3"/>
        </dgm:presLayoutVars>
      </dgm:prSet>
      <dgm:spPr/>
    </dgm:pt>
    <dgm:pt modelId="{4F1E1EB8-EA29-44E4-ABA8-D6D89DEB3436}" type="pres">
      <dgm:prSet presAssocID="{9A338306-AAD7-4141-8E4E-2DB9253F2FC0}" presName="hierChild2" presStyleCnt="0"/>
      <dgm:spPr/>
    </dgm:pt>
    <dgm:pt modelId="{53AA4915-B9C1-421D-8BD7-76BC4B02D586}" type="pres">
      <dgm:prSet presAssocID="{62C31C92-2DC8-4989-A37D-49938640593D}" presName="hierRoot1" presStyleCnt="0"/>
      <dgm:spPr/>
    </dgm:pt>
    <dgm:pt modelId="{B3BBE253-483A-4F96-8067-084701B6FCFF}" type="pres">
      <dgm:prSet presAssocID="{62C31C92-2DC8-4989-A37D-49938640593D}" presName="composite" presStyleCnt="0"/>
      <dgm:spPr/>
    </dgm:pt>
    <dgm:pt modelId="{8254CB4B-61DC-466C-8188-461209467AE9}" type="pres">
      <dgm:prSet presAssocID="{62C31C92-2DC8-4989-A37D-49938640593D}" presName="background" presStyleLbl="node0" presStyleIdx="2" presStyleCnt="4"/>
      <dgm:spPr/>
    </dgm:pt>
    <dgm:pt modelId="{DAC47FAE-BDC0-4A3C-B8C7-459A6E00F798}" type="pres">
      <dgm:prSet presAssocID="{62C31C92-2DC8-4989-A37D-49938640593D}" presName="text" presStyleLbl="fgAcc0" presStyleIdx="2" presStyleCnt="4">
        <dgm:presLayoutVars>
          <dgm:chPref val="3"/>
        </dgm:presLayoutVars>
      </dgm:prSet>
      <dgm:spPr/>
    </dgm:pt>
    <dgm:pt modelId="{E170784F-3A12-4B38-A658-4B3589BBADAA}" type="pres">
      <dgm:prSet presAssocID="{62C31C92-2DC8-4989-A37D-49938640593D}" presName="hierChild2" presStyleCnt="0"/>
      <dgm:spPr/>
    </dgm:pt>
    <dgm:pt modelId="{A010070B-5E60-4869-ADD1-9513B423D6AD}" type="pres">
      <dgm:prSet presAssocID="{7178EF92-1BE5-4B74-BB16-91604421BDC8}" presName="hierRoot1" presStyleCnt="0"/>
      <dgm:spPr/>
    </dgm:pt>
    <dgm:pt modelId="{893745CB-AE1F-4A36-8D5F-E9F2F79A2533}" type="pres">
      <dgm:prSet presAssocID="{7178EF92-1BE5-4B74-BB16-91604421BDC8}" presName="composite" presStyleCnt="0"/>
      <dgm:spPr/>
    </dgm:pt>
    <dgm:pt modelId="{F923080C-70F2-4C43-A6BF-6BF601B5D68C}" type="pres">
      <dgm:prSet presAssocID="{7178EF92-1BE5-4B74-BB16-91604421BDC8}" presName="background" presStyleLbl="node0" presStyleIdx="3" presStyleCnt="4"/>
      <dgm:spPr/>
    </dgm:pt>
    <dgm:pt modelId="{5B6ED9F6-FD6D-4B75-872D-62021E292807}" type="pres">
      <dgm:prSet presAssocID="{7178EF92-1BE5-4B74-BB16-91604421BDC8}" presName="text" presStyleLbl="fgAcc0" presStyleIdx="3" presStyleCnt="4">
        <dgm:presLayoutVars>
          <dgm:chPref val="3"/>
        </dgm:presLayoutVars>
      </dgm:prSet>
      <dgm:spPr/>
    </dgm:pt>
    <dgm:pt modelId="{755C114F-F3A9-4013-93B9-E8AD2455F6D5}" type="pres">
      <dgm:prSet presAssocID="{7178EF92-1BE5-4B74-BB16-91604421BDC8}" presName="hierChild2" presStyleCnt="0"/>
      <dgm:spPr/>
    </dgm:pt>
  </dgm:ptLst>
  <dgm:cxnLst>
    <dgm:cxn modelId="{BE17A80C-3033-4872-90D1-8253F7E6DC38}" srcId="{6669663C-C6E0-46FB-9752-71846971EE67}" destId="{7178EF92-1BE5-4B74-BB16-91604421BDC8}" srcOrd="3" destOrd="0" parTransId="{D553854F-2BF1-4455-865D-AD8DEE93218D}" sibTransId="{05915843-7CD9-4BBB-AA07-82F97861B8DF}"/>
    <dgm:cxn modelId="{FD4CEC11-52C5-49F5-AD48-CB9467C5E550}" srcId="{6669663C-C6E0-46FB-9752-71846971EE67}" destId="{A64D45AD-7DC1-4003-A547-7D485298B503}" srcOrd="0" destOrd="0" parTransId="{EDF07B6D-162D-4947-9DDD-3AB32ED8E322}" sibTransId="{21524AC1-3669-4761-95EF-92A70AF616F6}"/>
    <dgm:cxn modelId="{8AA3331D-2F09-4909-96E6-D38E0D02FACF}" type="presOf" srcId="{9A338306-AAD7-4141-8E4E-2DB9253F2FC0}" destId="{9397699A-004E-4A29-B6FC-0AE60D557C00}" srcOrd="0" destOrd="0" presId="urn:microsoft.com/office/officeart/2005/8/layout/hierarchy1"/>
    <dgm:cxn modelId="{6819EC3F-6D0A-42C6-AF74-B98BC3DD8574}" srcId="{6669663C-C6E0-46FB-9752-71846971EE67}" destId="{62C31C92-2DC8-4989-A37D-49938640593D}" srcOrd="2" destOrd="0" parTransId="{55E5E63A-9347-469E-A306-678E0B018809}" sibTransId="{9665A472-FF3C-4DCE-BE35-BD9EDCB11229}"/>
    <dgm:cxn modelId="{573ECA69-DC6D-4BFD-AE72-48D277E9B34A}" srcId="{6669663C-C6E0-46FB-9752-71846971EE67}" destId="{9A338306-AAD7-4141-8E4E-2DB9253F2FC0}" srcOrd="1" destOrd="0" parTransId="{B47BC789-6DA3-4055-84AA-FDEE52513400}" sibTransId="{F5D1058A-FEBB-4883-B9E9-7EE428CC240F}"/>
    <dgm:cxn modelId="{40FC8556-563B-445D-8439-122BF1778732}" type="presOf" srcId="{A64D45AD-7DC1-4003-A547-7D485298B503}" destId="{3242FE94-D6C9-4311-9331-F0A3E3CE0577}" srcOrd="0" destOrd="0" presId="urn:microsoft.com/office/officeart/2005/8/layout/hierarchy1"/>
    <dgm:cxn modelId="{A267F797-0366-4131-ACC5-99A54394343B}" type="presOf" srcId="{6669663C-C6E0-46FB-9752-71846971EE67}" destId="{3B51005E-F363-4315-94E1-36BBBAC9C7D0}" srcOrd="0" destOrd="0" presId="urn:microsoft.com/office/officeart/2005/8/layout/hierarchy1"/>
    <dgm:cxn modelId="{0FC748B0-C50B-4167-818E-0F1BD8998EA5}" type="presOf" srcId="{62C31C92-2DC8-4989-A37D-49938640593D}" destId="{DAC47FAE-BDC0-4A3C-B8C7-459A6E00F798}" srcOrd="0" destOrd="0" presId="urn:microsoft.com/office/officeart/2005/8/layout/hierarchy1"/>
    <dgm:cxn modelId="{5DF15EDD-2D93-4CB5-AE80-9DE935C4DDC8}" type="presOf" srcId="{7178EF92-1BE5-4B74-BB16-91604421BDC8}" destId="{5B6ED9F6-FD6D-4B75-872D-62021E292807}" srcOrd="0" destOrd="0" presId="urn:microsoft.com/office/officeart/2005/8/layout/hierarchy1"/>
    <dgm:cxn modelId="{605C813F-EF4B-4EAB-8939-C121DA454462}" type="presParOf" srcId="{3B51005E-F363-4315-94E1-36BBBAC9C7D0}" destId="{2ECAF1B9-DA6E-4F10-9DAD-45917B87A46F}" srcOrd="0" destOrd="0" presId="urn:microsoft.com/office/officeart/2005/8/layout/hierarchy1"/>
    <dgm:cxn modelId="{D72E269F-41D2-4F85-82DF-DFA73BFBD789}" type="presParOf" srcId="{2ECAF1B9-DA6E-4F10-9DAD-45917B87A46F}" destId="{EA14FFD0-65E8-4860-8257-2718DD66734F}" srcOrd="0" destOrd="0" presId="urn:microsoft.com/office/officeart/2005/8/layout/hierarchy1"/>
    <dgm:cxn modelId="{6B931429-2745-4633-BC35-1CC6233131A7}" type="presParOf" srcId="{EA14FFD0-65E8-4860-8257-2718DD66734F}" destId="{241DD5C7-B91D-4632-9FB0-8A1651B94026}" srcOrd="0" destOrd="0" presId="urn:microsoft.com/office/officeart/2005/8/layout/hierarchy1"/>
    <dgm:cxn modelId="{7668F0AB-7BC3-40AD-BF14-E9644C4A9FB7}" type="presParOf" srcId="{EA14FFD0-65E8-4860-8257-2718DD66734F}" destId="{3242FE94-D6C9-4311-9331-F0A3E3CE0577}" srcOrd="1" destOrd="0" presId="urn:microsoft.com/office/officeart/2005/8/layout/hierarchy1"/>
    <dgm:cxn modelId="{4AA4AA29-083A-4B5E-8624-88A9447F105D}" type="presParOf" srcId="{2ECAF1B9-DA6E-4F10-9DAD-45917B87A46F}" destId="{B762D427-F0C6-499D-B237-F726826C9F0C}" srcOrd="1" destOrd="0" presId="urn:microsoft.com/office/officeart/2005/8/layout/hierarchy1"/>
    <dgm:cxn modelId="{09F40894-3E04-4A97-B5BA-16E94AE7C34F}" type="presParOf" srcId="{3B51005E-F363-4315-94E1-36BBBAC9C7D0}" destId="{023D2497-109D-483A-BF76-AAAFE1FA9095}" srcOrd="1" destOrd="0" presId="urn:microsoft.com/office/officeart/2005/8/layout/hierarchy1"/>
    <dgm:cxn modelId="{6BC774F7-0671-49E3-8D6F-8BFB53A38EA2}" type="presParOf" srcId="{023D2497-109D-483A-BF76-AAAFE1FA9095}" destId="{5B0312A4-A232-47BC-BE11-018DC56C6240}" srcOrd="0" destOrd="0" presId="urn:microsoft.com/office/officeart/2005/8/layout/hierarchy1"/>
    <dgm:cxn modelId="{3A59F6E7-6DD9-4C67-95B8-8148078C4701}" type="presParOf" srcId="{5B0312A4-A232-47BC-BE11-018DC56C6240}" destId="{9F9A048E-42AB-43E6-8DA9-6E059CE74A46}" srcOrd="0" destOrd="0" presId="urn:microsoft.com/office/officeart/2005/8/layout/hierarchy1"/>
    <dgm:cxn modelId="{E95DA55D-F085-44D3-9D53-4ECB5963B337}" type="presParOf" srcId="{5B0312A4-A232-47BC-BE11-018DC56C6240}" destId="{9397699A-004E-4A29-B6FC-0AE60D557C00}" srcOrd="1" destOrd="0" presId="urn:microsoft.com/office/officeart/2005/8/layout/hierarchy1"/>
    <dgm:cxn modelId="{2C84DFF2-3F6E-4C47-A13C-A2B648979748}" type="presParOf" srcId="{023D2497-109D-483A-BF76-AAAFE1FA9095}" destId="{4F1E1EB8-EA29-44E4-ABA8-D6D89DEB3436}" srcOrd="1" destOrd="0" presId="urn:microsoft.com/office/officeart/2005/8/layout/hierarchy1"/>
    <dgm:cxn modelId="{20B45EB0-46ED-4846-BA8E-A9881F8FBE09}" type="presParOf" srcId="{3B51005E-F363-4315-94E1-36BBBAC9C7D0}" destId="{53AA4915-B9C1-421D-8BD7-76BC4B02D586}" srcOrd="2" destOrd="0" presId="urn:microsoft.com/office/officeart/2005/8/layout/hierarchy1"/>
    <dgm:cxn modelId="{F2E8E532-6C0B-44F7-A318-CD793440FD82}" type="presParOf" srcId="{53AA4915-B9C1-421D-8BD7-76BC4B02D586}" destId="{B3BBE253-483A-4F96-8067-084701B6FCFF}" srcOrd="0" destOrd="0" presId="urn:microsoft.com/office/officeart/2005/8/layout/hierarchy1"/>
    <dgm:cxn modelId="{FE9D5710-63B1-4595-9C22-2B386D65600E}" type="presParOf" srcId="{B3BBE253-483A-4F96-8067-084701B6FCFF}" destId="{8254CB4B-61DC-466C-8188-461209467AE9}" srcOrd="0" destOrd="0" presId="urn:microsoft.com/office/officeart/2005/8/layout/hierarchy1"/>
    <dgm:cxn modelId="{179F3AC8-0441-441B-8025-D0F3F5C5BA38}" type="presParOf" srcId="{B3BBE253-483A-4F96-8067-084701B6FCFF}" destId="{DAC47FAE-BDC0-4A3C-B8C7-459A6E00F798}" srcOrd="1" destOrd="0" presId="urn:microsoft.com/office/officeart/2005/8/layout/hierarchy1"/>
    <dgm:cxn modelId="{18D69B95-4D59-4F67-B213-126F5B047A84}" type="presParOf" srcId="{53AA4915-B9C1-421D-8BD7-76BC4B02D586}" destId="{E170784F-3A12-4B38-A658-4B3589BBADAA}" srcOrd="1" destOrd="0" presId="urn:microsoft.com/office/officeart/2005/8/layout/hierarchy1"/>
    <dgm:cxn modelId="{15638591-3306-43DD-AEF8-45B932FE9C54}" type="presParOf" srcId="{3B51005E-F363-4315-94E1-36BBBAC9C7D0}" destId="{A010070B-5E60-4869-ADD1-9513B423D6AD}" srcOrd="3" destOrd="0" presId="urn:microsoft.com/office/officeart/2005/8/layout/hierarchy1"/>
    <dgm:cxn modelId="{63AB0A95-AC8A-4A5C-8275-E1C97FD95238}" type="presParOf" srcId="{A010070B-5E60-4869-ADD1-9513B423D6AD}" destId="{893745CB-AE1F-4A36-8D5F-E9F2F79A2533}" srcOrd="0" destOrd="0" presId="urn:microsoft.com/office/officeart/2005/8/layout/hierarchy1"/>
    <dgm:cxn modelId="{7EBD90D2-1AAA-4A9E-B0AB-B1519CA74F4E}" type="presParOf" srcId="{893745CB-AE1F-4A36-8D5F-E9F2F79A2533}" destId="{F923080C-70F2-4C43-A6BF-6BF601B5D68C}" srcOrd="0" destOrd="0" presId="urn:microsoft.com/office/officeart/2005/8/layout/hierarchy1"/>
    <dgm:cxn modelId="{233C2278-3E59-4CB1-A202-FD9CD8FB82AC}" type="presParOf" srcId="{893745CB-AE1F-4A36-8D5F-E9F2F79A2533}" destId="{5B6ED9F6-FD6D-4B75-872D-62021E292807}" srcOrd="1" destOrd="0" presId="urn:microsoft.com/office/officeart/2005/8/layout/hierarchy1"/>
    <dgm:cxn modelId="{036ADFEF-7906-44F3-AD73-C5CFBED9C3D4}" type="presParOf" srcId="{A010070B-5E60-4869-ADD1-9513B423D6AD}" destId="{755C114F-F3A9-4013-93B9-E8AD2455F6D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9DB214F4-A7EB-4130-85E3-97FA26F705C5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B80C959-EFB5-41F4-B586-B0683E276D1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Need clearer definition of originality</a:t>
          </a:r>
        </a:p>
      </dgm:t>
    </dgm:pt>
    <dgm:pt modelId="{008B2495-ECE2-4B70-BF52-76F1426BBAE1}" type="parTrans" cxnId="{57C38B09-C8FF-4CC6-A66A-C36E6121B991}">
      <dgm:prSet/>
      <dgm:spPr/>
      <dgm:t>
        <a:bodyPr/>
        <a:lstStyle/>
        <a:p>
          <a:endParaRPr lang="en-US"/>
        </a:p>
      </dgm:t>
    </dgm:pt>
    <dgm:pt modelId="{ABD82096-ABB7-42D1-9F24-2EDF0B6B955B}" type="sibTrans" cxnId="{57C38B09-C8FF-4CC6-A66A-C36E6121B991}">
      <dgm:prSet/>
      <dgm:spPr/>
      <dgm:t>
        <a:bodyPr/>
        <a:lstStyle/>
        <a:p>
          <a:endParaRPr lang="en-US"/>
        </a:p>
      </dgm:t>
    </dgm:pt>
    <dgm:pt modelId="{960D9657-0B91-45CC-A672-97E59A63011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Study long-term creativity effects</a:t>
          </a:r>
        </a:p>
      </dgm:t>
    </dgm:pt>
    <dgm:pt modelId="{C467624F-96AA-4979-BB97-96D8F7F7388A}" type="parTrans" cxnId="{E85E50BB-FBC6-454D-A81A-1B26E1B75B24}">
      <dgm:prSet/>
      <dgm:spPr/>
      <dgm:t>
        <a:bodyPr/>
        <a:lstStyle/>
        <a:p>
          <a:endParaRPr lang="en-US"/>
        </a:p>
      </dgm:t>
    </dgm:pt>
    <dgm:pt modelId="{4D341DFE-9FCF-4C76-82E5-74D629B09F56}" type="sibTrans" cxnId="{E85E50BB-FBC6-454D-A81A-1B26E1B75B24}">
      <dgm:prSet/>
      <dgm:spPr/>
      <dgm:t>
        <a:bodyPr/>
        <a:lstStyle/>
        <a:p>
          <a:endParaRPr lang="en-US"/>
        </a:p>
      </dgm:t>
    </dgm:pt>
    <dgm:pt modelId="{F72817A3-F856-4ECE-B3A6-5C00F676594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Evaluate training data impact</a:t>
          </a:r>
        </a:p>
      </dgm:t>
    </dgm:pt>
    <dgm:pt modelId="{F6E59F1A-8842-4977-97DF-A0A74D18F5CE}" type="parTrans" cxnId="{F3A32469-FB07-4EC9-8B31-0A605C91A152}">
      <dgm:prSet/>
      <dgm:spPr/>
      <dgm:t>
        <a:bodyPr/>
        <a:lstStyle/>
        <a:p>
          <a:endParaRPr lang="en-US"/>
        </a:p>
      </dgm:t>
    </dgm:pt>
    <dgm:pt modelId="{5E489542-9689-4AC1-8056-EC5488820437}" type="sibTrans" cxnId="{F3A32469-FB07-4EC9-8B31-0A605C91A152}">
      <dgm:prSet/>
      <dgm:spPr/>
      <dgm:t>
        <a:bodyPr/>
        <a:lstStyle/>
        <a:p>
          <a:endParaRPr lang="en-US"/>
        </a:p>
      </dgm:t>
    </dgm:pt>
    <dgm:pt modelId="{A29DF592-4B30-4D59-AD39-0FE4F5B10DB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Develop artist-focused AI tools</a:t>
          </a:r>
        </a:p>
      </dgm:t>
    </dgm:pt>
    <dgm:pt modelId="{4CD0AF4B-B16D-45DD-9952-60A4FE959BA7}" type="parTrans" cxnId="{89D7294D-FFC5-41E5-8972-2B2A060A3C57}">
      <dgm:prSet/>
      <dgm:spPr/>
      <dgm:t>
        <a:bodyPr/>
        <a:lstStyle/>
        <a:p>
          <a:endParaRPr lang="en-US"/>
        </a:p>
      </dgm:t>
    </dgm:pt>
    <dgm:pt modelId="{3903D974-EAB8-4F94-B7D7-5AA4AB8044A4}" type="sibTrans" cxnId="{89D7294D-FFC5-41E5-8972-2B2A060A3C57}">
      <dgm:prSet/>
      <dgm:spPr/>
      <dgm:t>
        <a:bodyPr/>
        <a:lstStyle/>
        <a:p>
          <a:endParaRPr lang="en-US"/>
        </a:p>
      </dgm:t>
    </dgm:pt>
    <dgm:pt modelId="{256AA490-B128-488A-B07B-A1B810FD8B6F}" type="pres">
      <dgm:prSet presAssocID="{9DB214F4-A7EB-4130-85E3-97FA26F705C5}" presName="root" presStyleCnt="0">
        <dgm:presLayoutVars>
          <dgm:dir/>
          <dgm:resizeHandles val="exact"/>
        </dgm:presLayoutVars>
      </dgm:prSet>
      <dgm:spPr/>
    </dgm:pt>
    <dgm:pt modelId="{58D76B34-1D5F-4C92-9EC4-EA073B9D7E10}" type="pres">
      <dgm:prSet presAssocID="{2B80C959-EFB5-41F4-B586-B0683E276D1F}" presName="compNode" presStyleCnt="0"/>
      <dgm:spPr/>
    </dgm:pt>
    <dgm:pt modelId="{6852FF99-B718-42E8-B558-060A1EE2CBAE}" type="pres">
      <dgm:prSet presAssocID="{2B80C959-EFB5-41F4-B586-B0683E276D1F}" presName="bgRect" presStyleLbl="bgShp" presStyleIdx="0" presStyleCnt="4"/>
      <dgm:spPr/>
    </dgm:pt>
    <dgm:pt modelId="{02457A00-404D-4720-8E19-B04D04A51922}" type="pres">
      <dgm:prSet presAssocID="{2B80C959-EFB5-41F4-B586-B0683E276D1F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A54D4D98-0994-4C63-818F-4A89A1120FED}" type="pres">
      <dgm:prSet presAssocID="{2B80C959-EFB5-41F4-B586-B0683E276D1F}" presName="spaceRect" presStyleCnt="0"/>
      <dgm:spPr/>
    </dgm:pt>
    <dgm:pt modelId="{E1A538A5-9A4D-46D1-8E4F-6BEAFC2A5CDB}" type="pres">
      <dgm:prSet presAssocID="{2B80C959-EFB5-41F4-B586-B0683E276D1F}" presName="parTx" presStyleLbl="revTx" presStyleIdx="0" presStyleCnt="4">
        <dgm:presLayoutVars>
          <dgm:chMax val="0"/>
          <dgm:chPref val="0"/>
        </dgm:presLayoutVars>
      </dgm:prSet>
      <dgm:spPr/>
    </dgm:pt>
    <dgm:pt modelId="{25EA3332-E7EA-4956-93D8-13739A5AE3A2}" type="pres">
      <dgm:prSet presAssocID="{ABD82096-ABB7-42D1-9F24-2EDF0B6B955B}" presName="sibTrans" presStyleCnt="0"/>
      <dgm:spPr/>
    </dgm:pt>
    <dgm:pt modelId="{00449645-773E-41B5-9326-4DD4BC018CFA}" type="pres">
      <dgm:prSet presAssocID="{960D9657-0B91-45CC-A672-97E59A630117}" presName="compNode" presStyleCnt="0"/>
      <dgm:spPr/>
    </dgm:pt>
    <dgm:pt modelId="{2D4DC60D-FB55-4396-ACB6-1B474C66E707}" type="pres">
      <dgm:prSet presAssocID="{960D9657-0B91-45CC-A672-97E59A630117}" presName="bgRect" presStyleLbl="bgShp" presStyleIdx="1" presStyleCnt="4"/>
      <dgm:spPr/>
    </dgm:pt>
    <dgm:pt modelId="{E157C9CF-C674-414D-8037-404BFB2242FE}" type="pres">
      <dgm:prSet presAssocID="{960D9657-0B91-45CC-A672-97E59A630117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encil"/>
        </a:ext>
      </dgm:extLst>
    </dgm:pt>
    <dgm:pt modelId="{4D96D39B-B477-4171-B27E-BEB1AED6B105}" type="pres">
      <dgm:prSet presAssocID="{960D9657-0B91-45CC-A672-97E59A630117}" presName="spaceRect" presStyleCnt="0"/>
      <dgm:spPr/>
    </dgm:pt>
    <dgm:pt modelId="{271079A1-13B9-4E92-87C8-4622414F16A7}" type="pres">
      <dgm:prSet presAssocID="{960D9657-0B91-45CC-A672-97E59A630117}" presName="parTx" presStyleLbl="revTx" presStyleIdx="1" presStyleCnt="4">
        <dgm:presLayoutVars>
          <dgm:chMax val="0"/>
          <dgm:chPref val="0"/>
        </dgm:presLayoutVars>
      </dgm:prSet>
      <dgm:spPr/>
    </dgm:pt>
    <dgm:pt modelId="{B8143904-2891-419E-A6F6-CFCC5A652DE0}" type="pres">
      <dgm:prSet presAssocID="{4D341DFE-9FCF-4C76-82E5-74D629B09F56}" presName="sibTrans" presStyleCnt="0"/>
      <dgm:spPr/>
    </dgm:pt>
    <dgm:pt modelId="{C3B71E28-ECC8-4DC1-BA35-46116FABC07B}" type="pres">
      <dgm:prSet presAssocID="{F72817A3-F856-4ECE-B3A6-5C00F6765948}" presName="compNode" presStyleCnt="0"/>
      <dgm:spPr/>
    </dgm:pt>
    <dgm:pt modelId="{88096206-6093-40AA-A357-4BF3940A121B}" type="pres">
      <dgm:prSet presAssocID="{F72817A3-F856-4ECE-B3A6-5C00F6765948}" presName="bgRect" presStyleLbl="bgShp" presStyleIdx="2" presStyleCnt="4"/>
      <dgm:spPr/>
    </dgm:pt>
    <dgm:pt modelId="{F16DDF10-0B0C-4C12-841E-164E9A1B7284}" type="pres">
      <dgm:prSet presAssocID="{F72817A3-F856-4ECE-B3A6-5C00F6765948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B17F0D4D-9A92-4159-B0BF-E73AC1A84B35}" type="pres">
      <dgm:prSet presAssocID="{F72817A3-F856-4ECE-B3A6-5C00F6765948}" presName="spaceRect" presStyleCnt="0"/>
      <dgm:spPr/>
    </dgm:pt>
    <dgm:pt modelId="{5D324895-5238-4E70-B23D-CDB53C86A604}" type="pres">
      <dgm:prSet presAssocID="{F72817A3-F856-4ECE-B3A6-5C00F6765948}" presName="parTx" presStyleLbl="revTx" presStyleIdx="2" presStyleCnt="4">
        <dgm:presLayoutVars>
          <dgm:chMax val="0"/>
          <dgm:chPref val="0"/>
        </dgm:presLayoutVars>
      </dgm:prSet>
      <dgm:spPr/>
    </dgm:pt>
    <dgm:pt modelId="{EE766E45-FFCA-4FDA-9585-212530CBF089}" type="pres">
      <dgm:prSet presAssocID="{5E489542-9689-4AC1-8056-EC5488820437}" presName="sibTrans" presStyleCnt="0"/>
      <dgm:spPr/>
    </dgm:pt>
    <dgm:pt modelId="{D0EB273A-10FD-457C-B944-8F9923DD8088}" type="pres">
      <dgm:prSet presAssocID="{A29DF592-4B30-4D59-AD39-0FE4F5B10DB1}" presName="compNode" presStyleCnt="0"/>
      <dgm:spPr/>
    </dgm:pt>
    <dgm:pt modelId="{080E228C-F8E4-4EF5-BE8A-02932363F034}" type="pres">
      <dgm:prSet presAssocID="{A29DF592-4B30-4D59-AD39-0FE4F5B10DB1}" presName="bgRect" presStyleLbl="bgShp" presStyleIdx="3" presStyleCnt="4"/>
      <dgm:spPr/>
    </dgm:pt>
    <dgm:pt modelId="{9D2B9BE9-2386-4ED0-9C98-E3A78CDAB28B}" type="pres">
      <dgm:prSet presAssocID="{A29DF592-4B30-4D59-AD39-0FE4F5B10DB1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9A2E20F2-8B31-4C1B-8483-07548D2428AB}" type="pres">
      <dgm:prSet presAssocID="{A29DF592-4B30-4D59-AD39-0FE4F5B10DB1}" presName="spaceRect" presStyleCnt="0"/>
      <dgm:spPr/>
    </dgm:pt>
    <dgm:pt modelId="{DE4418C4-2EE5-499D-B11D-2D602193A6C0}" type="pres">
      <dgm:prSet presAssocID="{A29DF592-4B30-4D59-AD39-0FE4F5B10DB1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57C38B09-C8FF-4CC6-A66A-C36E6121B991}" srcId="{9DB214F4-A7EB-4130-85E3-97FA26F705C5}" destId="{2B80C959-EFB5-41F4-B586-B0683E276D1F}" srcOrd="0" destOrd="0" parTransId="{008B2495-ECE2-4B70-BF52-76F1426BBAE1}" sibTransId="{ABD82096-ABB7-42D1-9F24-2EDF0B6B955B}"/>
    <dgm:cxn modelId="{FF75F426-C446-4837-B848-7D2AC45C2685}" type="presOf" srcId="{9DB214F4-A7EB-4130-85E3-97FA26F705C5}" destId="{256AA490-B128-488A-B07B-A1B810FD8B6F}" srcOrd="0" destOrd="0" presId="urn:microsoft.com/office/officeart/2018/2/layout/IconVerticalSolidList"/>
    <dgm:cxn modelId="{273E6A2E-1BC9-4E60-A661-325CBAF99B8A}" type="presOf" srcId="{F72817A3-F856-4ECE-B3A6-5C00F6765948}" destId="{5D324895-5238-4E70-B23D-CDB53C86A604}" srcOrd="0" destOrd="0" presId="urn:microsoft.com/office/officeart/2018/2/layout/IconVerticalSolidList"/>
    <dgm:cxn modelId="{EDDE0464-0366-4131-96BD-D960890FF3B7}" type="presOf" srcId="{960D9657-0B91-45CC-A672-97E59A630117}" destId="{271079A1-13B9-4E92-87C8-4622414F16A7}" srcOrd="0" destOrd="0" presId="urn:microsoft.com/office/officeart/2018/2/layout/IconVerticalSolidList"/>
    <dgm:cxn modelId="{F3A32469-FB07-4EC9-8B31-0A605C91A152}" srcId="{9DB214F4-A7EB-4130-85E3-97FA26F705C5}" destId="{F72817A3-F856-4ECE-B3A6-5C00F6765948}" srcOrd="2" destOrd="0" parTransId="{F6E59F1A-8842-4977-97DF-A0A74D18F5CE}" sibTransId="{5E489542-9689-4AC1-8056-EC5488820437}"/>
    <dgm:cxn modelId="{89D7294D-FFC5-41E5-8972-2B2A060A3C57}" srcId="{9DB214F4-A7EB-4130-85E3-97FA26F705C5}" destId="{A29DF592-4B30-4D59-AD39-0FE4F5B10DB1}" srcOrd="3" destOrd="0" parTransId="{4CD0AF4B-B16D-45DD-9952-60A4FE959BA7}" sibTransId="{3903D974-EAB8-4F94-B7D7-5AA4AB8044A4}"/>
    <dgm:cxn modelId="{EE39D879-057B-41DC-A2D3-F82340285D10}" type="presOf" srcId="{A29DF592-4B30-4D59-AD39-0FE4F5B10DB1}" destId="{DE4418C4-2EE5-499D-B11D-2D602193A6C0}" srcOrd="0" destOrd="0" presId="urn:microsoft.com/office/officeart/2018/2/layout/IconVerticalSolidList"/>
    <dgm:cxn modelId="{3B36077D-FD49-4A7B-9AA4-FEDB168D03A1}" type="presOf" srcId="{2B80C959-EFB5-41F4-B586-B0683E276D1F}" destId="{E1A538A5-9A4D-46D1-8E4F-6BEAFC2A5CDB}" srcOrd="0" destOrd="0" presId="urn:microsoft.com/office/officeart/2018/2/layout/IconVerticalSolidList"/>
    <dgm:cxn modelId="{E85E50BB-FBC6-454D-A81A-1B26E1B75B24}" srcId="{9DB214F4-A7EB-4130-85E3-97FA26F705C5}" destId="{960D9657-0B91-45CC-A672-97E59A630117}" srcOrd="1" destOrd="0" parTransId="{C467624F-96AA-4979-BB97-96D8F7F7388A}" sibTransId="{4D341DFE-9FCF-4C76-82E5-74D629B09F56}"/>
    <dgm:cxn modelId="{1B5C2AE3-FA29-48BE-8280-C1FD6AD12309}" type="presParOf" srcId="{256AA490-B128-488A-B07B-A1B810FD8B6F}" destId="{58D76B34-1D5F-4C92-9EC4-EA073B9D7E10}" srcOrd="0" destOrd="0" presId="urn:microsoft.com/office/officeart/2018/2/layout/IconVerticalSolidList"/>
    <dgm:cxn modelId="{A9B836D2-9E5B-4764-AE8A-FA358680905E}" type="presParOf" srcId="{58D76B34-1D5F-4C92-9EC4-EA073B9D7E10}" destId="{6852FF99-B718-42E8-B558-060A1EE2CBAE}" srcOrd="0" destOrd="0" presId="urn:microsoft.com/office/officeart/2018/2/layout/IconVerticalSolidList"/>
    <dgm:cxn modelId="{5C0B3C1F-D5E1-42FC-979D-44399C3C03DE}" type="presParOf" srcId="{58D76B34-1D5F-4C92-9EC4-EA073B9D7E10}" destId="{02457A00-404D-4720-8E19-B04D04A51922}" srcOrd="1" destOrd="0" presId="urn:microsoft.com/office/officeart/2018/2/layout/IconVerticalSolidList"/>
    <dgm:cxn modelId="{C928F437-ACC8-4F64-B8EF-500596C1D112}" type="presParOf" srcId="{58D76B34-1D5F-4C92-9EC4-EA073B9D7E10}" destId="{A54D4D98-0994-4C63-818F-4A89A1120FED}" srcOrd="2" destOrd="0" presId="urn:microsoft.com/office/officeart/2018/2/layout/IconVerticalSolidList"/>
    <dgm:cxn modelId="{16F0BEE5-AD6F-43D0-84D9-EC40A09579A3}" type="presParOf" srcId="{58D76B34-1D5F-4C92-9EC4-EA073B9D7E10}" destId="{E1A538A5-9A4D-46D1-8E4F-6BEAFC2A5CDB}" srcOrd="3" destOrd="0" presId="urn:microsoft.com/office/officeart/2018/2/layout/IconVerticalSolidList"/>
    <dgm:cxn modelId="{75DA29A4-ABEE-4F42-912B-7F4715ABF481}" type="presParOf" srcId="{256AA490-B128-488A-B07B-A1B810FD8B6F}" destId="{25EA3332-E7EA-4956-93D8-13739A5AE3A2}" srcOrd="1" destOrd="0" presId="urn:microsoft.com/office/officeart/2018/2/layout/IconVerticalSolidList"/>
    <dgm:cxn modelId="{B0BAE77A-C599-4404-88A2-05115FB5CB6B}" type="presParOf" srcId="{256AA490-B128-488A-B07B-A1B810FD8B6F}" destId="{00449645-773E-41B5-9326-4DD4BC018CFA}" srcOrd="2" destOrd="0" presId="urn:microsoft.com/office/officeart/2018/2/layout/IconVerticalSolidList"/>
    <dgm:cxn modelId="{4ADDAD1C-940F-42AC-9EB9-9F789FBEE099}" type="presParOf" srcId="{00449645-773E-41B5-9326-4DD4BC018CFA}" destId="{2D4DC60D-FB55-4396-ACB6-1B474C66E707}" srcOrd="0" destOrd="0" presId="urn:microsoft.com/office/officeart/2018/2/layout/IconVerticalSolidList"/>
    <dgm:cxn modelId="{0FEB0671-FCCA-4BC9-9278-A29A0042A7D7}" type="presParOf" srcId="{00449645-773E-41B5-9326-4DD4BC018CFA}" destId="{E157C9CF-C674-414D-8037-404BFB2242FE}" srcOrd="1" destOrd="0" presId="urn:microsoft.com/office/officeart/2018/2/layout/IconVerticalSolidList"/>
    <dgm:cxn modelId="{52B6A1CA-9F5D-456B-938D-E52A41FCDDA8}" type="presParOf" srcId="{00449645-773E-41B5-9326-4DD4BC018CFA}" destId="{4D96D39B-B477-4171-B27E-BEB1AED6B105}" srcOrd="2" destOrd="0" presId="urn:microsoft.com/office/officeart/2018/2/layout/IconVerticalSolidList"/>
    <dgm:cxn modelId="{11FE7563-7463-401C-A3A1-0E28229E7E34}" type="presParOf" srcId="{00449645-773E-41B5-9326-4DD4BC018CFA}" destId="{271079A1-13B9-4E92-87C8-4622414F16A7}" srcOrd="3" destOrd="0" presId="urn:microsoft.com/office/officeart/2018/2/layout/IconVerticalSolidList"/>
    <dgm:cxn modelId="{7223DD0C-CFD7-4BA5-8D94-C8A01152903B}" type="presParOf" srcId="{256AA490-B128-488A-B07B-A1B810FD8B6F}" destId="{B8143904-2891-419E-A6F6-CFCC5A652DE0}" srcOrd="3" destOrd="0" presId="urn:microsoft.com/office/officeart/2018/2/layout/IconVerticalSolidList"/>
    <dgm:cxn modelId="{57EAEEAB-4AAA-413F-8782-777351BB19F1}" type="presParOf" srcId="{256AA490-B128-488A-B07B-A1B810FD8B6F}" destId="{C3B71E28-ECC8-4DC1-BA35-46116FABC07B}" srcOrd="4" destOrd="0" presId="urn:microsoft.com/office/officeart/2018/2/layout/IconVerticalSolidList"/>
    <dgm:cxn modelId="{DC6C8460-A639-415F-B92B-046DCEA38AA9}" type="presParOf" srcId="{C3B71E28-ECC8-4DC1-BA35-46116FABC07B}" destId="{88096206-6093-40AA-A357-4BF3940A121B}" srcOrd="0" destOrd="0" presId="urn:microsoft.com/office/officeart/2018/2/layout/IconVerticalSolidList"/>
    <dgm:cxn modelId="{7B32A903-AB02-430E-8F7C-583BCE56C0DA}" type="presParOf" srcId="{C3B71E28-ECC8-4DC1-BA35-46116FABC07B}" destId="{F16DDF10-0B0C-4C12-841E-164E9A1B7284}" srcOrd="1" destOrd="0" presId="urn:microsoft.com/office/officeart/2018/2/layout/IconVerticalSolidList"/>
    <dgm:cxn modelId="{2E41E3A6-151E-407D-9AD4-04DA9F03B65E}" type="presParOf" srcId="{C3B71E28-ECC8-4DC1-BA35-46116FABC07B}" destId="{B17F0D4D-9A92-4159-B0BF-E73AC1A84B35}" srcOrd="2" destOrd="0" presId="urn:microsoft.com/office/officeart/2018/2/layout/IconVerticalSolidList"/>
    <dgm:cxn modelId="{B2A9EE9E-1B9F-4A26-9AF5-BB2B97A9B3CA}" type="presParOf" srcId="{C3B71E28-ECC8-4DC1-BA35-46116FABC07B}" destId="{5D324895-5238-4E70-B23D-CDB53C86A604}" srcOrd="3" destOrd="0" presId="urn:microsoft.com/office/officeart/2018/2/layout/IconVerticalSolidList"/>
    <dgm:cxn modelId="{F0B7192F-6BD9-4D8C-BD10-CC28F8741365}" type="presParOf" srcId="{256AA490-B128-488A-B07B-A1B810FD8B6F}" destId="{EE766E45-FFCA-4FDA-9585-212530CBF089}" srcOrd="5" destOrd="0" presId="urn:microsoft.com/office/officeart/2018/2/layout/IconVerticalSolidList"/>
    <dgm:cxn modelId="{04A5BB27-139C-4CBF-8665-03CD842574A5}" type="presParOf" srcId="{256AA490-B128-488A-B07B-A1B810FD8B6F}" destId="{D0EB273A-10FD-457C-B944-8F9923DD8088}" srcOrd="6" destOrd="0" presId="urn:microsoft.com/office/officeart/2018/2/layout/IconVerticalSolidList"/>
    <dgm:cxn modelId="{3785F0E4-81A8-409F-9A74-BDB22CB20DCC}" type="presParOf" srcId="{D0EB273A-10FD-457C-B944-8F9923DD8088}" destId="{080E228C-F8E4-4EF5-BE8A-02932363F034}" srcOrd="0" destOrd="0" presId="urn:microsoft.com/office/officeart/2018/2/layout/IconVerticalSolidList"/>
    <dgm:cxn modelId="{D46FE9C6-23B6-4A90-8FC3-7BBCE63A2AE8}" type="presParOf" srcId="{D0EB273A-10FD-457C-B944-8F9923DD8088}" destId="{9D2B9BE9-2386-4ED0-9C98-E3A78CDAB28B}" srcOrd="1" destOrd="0" presId="urn:microsoft.com/office/officeart/2018/2/layout/IconVerticalSolidList"/>
    <dgm:cxn modelId="{6F155FEA-C02A-46EB-97C8-F6A4CAA05EC6}" type="presParOf" srcId="{D0EB273A-10FD-457C-B944-8F9923DD8088}" destId="{9A2E20F2-8B31-4C1B-8483-07548D2428AB}" srcOrd="2" destOrd="0" presId="urn:microsoft.com/office/officeart/2018/2/layout/IconVerticalSolidList"/>
    <dgm:cxn modelId="{11B7AF85-B738-4EE3-BC82-3BE6B70ABE12}" type="presParOf" srcId="{D0EB273A-10FD-457C-B944-8F9923DD8088}" destId="{DE4418C4-2EE5-499D-B11D-2D602193A6C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07DC9524-5BC1-4149-A82A-054166F375F9}" type="doc">
      <dgm:prSet loTypeId="urn:microsoft.com/office/officeart/2005/8/layout/process5" loCatId="process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0905ED9B-0794-4EB3-95DE-A4BC91154B64}">
      <dgm:prSet/>
      <dgm:spPr/>
      <dgm:t>
        <a:bodyPr/>
        <a:lstStyle/>
        <a:p>
          <a:r>
            <a:rPr lang="en-US"/>
            <a:t>AI does not eliminate creativity</a:t>
          </a:r>
        </a:p>
      </dgm:t>
    </dgm:pt>
    <dgm:pt modelId="{61412205-DBA6-4F92-95AC-0670A4EEDBDD}" type="parTrans" cxnId="{77AB6BCE-22DB-4A2D-A136-D8EA6D3CBEE7}">
      <dgm:prSet/>
      <dgm:spPr/>
      <dgm:t>
        <a:bodyPr/>
        <a:lstStyle/>
        <a:p>
          <a:endParaRPr lang="en-US"/>
        </a:p>
      </dgm:t>
    </dgm:pt>
    <dgm:pt modelId="{5B2E9323-7295-445D-9E5E-A6CB03E22189}" type="sibTrans" cxnId="{77AB6BCE-22DB-4A2D-A136-D8EA6D3CBEE7}">
      <dgm:prSet/>
      <dgm:spPr/>
      <dgm:t>
        <a:bodyPr/>
        <a:lstStyle/>
        <a:p>
          <a:endParaRPr lang="en-US"/>
        </a:p>
      </dgm:t>
    </dgm:pt>
    <dgm:pt modelId="{790A6662-845D-4F03-9070-6F3A1CA6A8EE}">
      <dgm:prSet/>
      <dgm:spPr/>
      <dgm:t>
        <a:bodyPr/>
        <a:lstStyle/>
        <a:p>
          <a:r>
            <a:rPr lang="en-US"/>
            <a:t>AI reshapes how creativity works</a:t>
          </a:r>
        </a:p>
      </dgm:t>
    </dgm:pt>
    <dgm:pt modelId="{D3D55E42-2504-4291-8A67-6D7D32AFE2A9}" type="parTrans" cxnId="{4FF65834-1A2F-4C10-B8A6-7224A14A330E}">
      <dgm:prSet/>
      <dgm:spPr/>
      <dgm:t>
        <a:bodyPr/>
        <a:lstStyle/>
        <a:p>
          <a:endParaRPr lang="en-US"/>
        </a:p>
      </dgm:t>
    </dgm:pt>
    <dgm:pt modelId="{857BBEB7-D973-4D4C-9B53-91EA90991C1B}" type="sibTrans" cxnId="{4FF65834-1A2F-4C10-B8A6-7224A14A330E}">
      <dgm:prSet/>
      <dgm:spPr/>
      <dgm:t>
        <a:bodyPr/>
        <a:lstStyle/>
        <a:p>
          <a:endParaRPr lang="en-US"/>
        </a:p>
      </dgm:t>
    </dgm:pt>
    <dgm:pt modelId="{7C6FA7FF-5BAB-4981-B926-B189EBDBEDB9}">
      <dgm:prSet/>
      <dgm:spPr/>
      <dgm:t>
        <a:bodyPr/>
        <a:lstStyle/>
        <a:p>
          <a:r>
            <a:rPr lang="en-US"/>
            <a:t>Redefine originality</a:t>
          </a:r>
        </a:p>
      </dgm:t>
    </dgm:pt>
    <dgm:pt modelId="{D98DE922-F0F3-4A5B-9985-320991961807}" type="parTrans" cxnId="{A3D2D4F6-0A8E-4F41-B2A1-B78B2932D6A2}">
      <dgm:prSet/>
      <dgm:spPr/>
      <dgm:t>
        <a:bodyPr/>
        <a:lstStyle/>
        <a:p>
          <a:endParaRPr lang="en-US"/>
        </a:p>
      </dgm:t>
    </dgm:pt>
    <dgm:pt modelId="{AEE4F956-15E4-4CD5-94A0-86617A8CC0C2}" type="sibTrans" cxnId="{A3D2D4F6-0A8E-4F41-B2A1-B78B2932D6A2}">
      <dgm:prSet/>
      <dgm:spPr/>
      <dgm:t>
        <a:bodyPr/>
        <a:lstStyle/>
        <a:p>
          <a:endParaRPr lang="en-US"/>
        </a:p>
      </dgm:t>
    </dgm:pt>
    <dgm:pt modelId="{5F46CD8B-8E23-475B-9F8F-1A5A756FF68A}">
      <dgm:prSet/>
      <dgm:spPr/>
      <dgm:t>
        <a:bodyPr/>
        <a:lstStyle/>
        <a:p>
          <a:r>
            <a:rPr lang="en-US"/>
            <a:t>AI is a new creative medium</a:t>
          </a:r>
        </a:p>
      </dgm:t>
    </dgm:pt>
    <dgm:pt modelId="{0F58F131-D5D8-49CC-8C73-F010D2072975}" type="parTrans" cxnId="{98C2A3FE-E854-44B9-AFC5-7B71B1EB8661}">
      <dgm:prSet/>
      <dgm:spPr/>
      <dgm:t>
        <a:bodyPr/>
        <a:lstStyle/>
        <a:p>
          <a:endParaRPr lang="en-US"/>
        </a:p>
      </dgm:t>
    </dgm:pt>
    <dgm:pt modelId="{6C4F2225-4606-466A-8FA4-8B471376EC54}" type="sibTrans" cxnId="{98C2A3FE-E854-44B9-AFC5-7B71B1EB8661}">
      <dgm:prSet/>
      <dgm:spPr/>
      <dgm:t>
        <a:bodyPr/>
        <a:lstStyle/>
        <a:p>
          <a:endParaRPr lang="en-US"/>
        </a:p>
      </dgm:t>
    </dgm:pt>
    <dgm:pt modelId="{AC61CF3B-7E1E-4551-AC1D-2FD42DD30E2D}" type="pres">
      <dgm:prSet presAssocID="{07DC9524-5BC1-4149-A82A-054166F375F9}" presName="diagram" presStyleCnt="0">
        <dgm:presLayoutVars>
          <dgm:dir/>
          <dgm:resizeHandles val="exact"/>
        </dgm:presLayoutVars>
      </dgm:prSet>
      <dgm:spPr/>
    </dgm:pt>
    <dgm:pt modelId="{EA288CCA-1063-4E21-AD54-3304939EFEA9}" type="pres">
      <dgm:prSet presAssocID="{0905ED9B-0794-4EB3-95DE-A4BC91154B64}" presName="node" presStyleLbl="node1" presStyleIdx="0" presStyleCnt="4">
        <dgm:presLayoutVars>
          <dgm:bulletEnabled val="1"/>
        </dgm:presLayoutVars>
      </dgm:prSet>
      <dgm:spPr/>
    </dgm:pt>
    <dgm:pt modelId="{DE8363AB-0F9F-471B-9FD8-C6F2DFEA68BF}" type="pres">
      <dgm:prSet presAssocID="{5B2E9323-7295-445D-9E5E-A6CB03E22189}" presName="sibTrans" presStyleLbl="sibTrans2D1" presStyleIdx="0" presStyleCnt="3"/>
      <dgm:spPr/>
    </dgm:pt>
    <dgm:pt modelId="{858937DF-4C6A-4894-AED8-6ABFC183C944}" type="pres">
      <dgm:prSet presAssocID="{5B2E9323-7295-445D-9E5E-A6CB03E22189}" presName="connectorText" presStyleLbl="sibTrans2D1" presStyleIdx="0" presStyleCnt="3"/>
      <dgm:spPr/>
    </dgm:pt>
    <dgm:pt modelId="{E38E7629-79AB-4195-B838-E3AEBC450727}" type="pres">
      <dgm:prSet presAssocID="{790A6662-845D-4F03-9070-6F3A1CA6A8EE}" presName="node" presStyleLbl="node1" presStyleIdx="1" presStyleCnt="4">
        <dgm:presLayoutVars>
          <dgm:bulletEnabled val="1"/>
        </dgm:presLayoutVars>
      </dgm:prSet>
      <dgm:spPr/>
    </dgm:pt>
    <dgm:pt modelId="{20959B0A-186E-4E76-A91F-3543C100AC11}" type="pres">
      <dgm:prSet presAssocID="{857BBEB7-D973-4D4C-9B53-91EA90991C1B}" presName="sibTrans" presStyleLbl="sibTrans2D1" presStyleIdx="1" presStyleCnt="3"/>
      <dgm:spPr/>
    </dgm:pt>
    <dgm:pt modelId="{9A70BC3F-9968-4580-A548-51001C87445D}" type="pres">
      <dgm:prSet presAssocID="{857BBEB7-D973-4D4C-9B53-91EA90991C1B}" presName="connectorText" presStyleLbl="sibTrans2D1" presStyleIdx="1" presStyleCnt="3"/>
      <dgm:spPr/>
    </dgm:pt>
    <dgm:pt modelId="{6B8FEAC1-9C1E-4B3D-8F62-D1FD4686BBF8}" type="pres">
      <dgm:prSet presAssocID="{7C6FA7FF-5BAB-4981-B926-B189EBDBEDB9}" presName="node" presStyleLbl="node1" presStyleIdx="2" presStyleCnt="4">
        <dgm:presLayoutVars>
          <dgm:bulletEnabled val="1"/>
        </dgm:presLayoutVars>
      </dgm:prSet>
      <dgm:spPr/>
    </dgm:pt>
    <dgm:pt modelId="{8FC74650-61E9-4B08-89A0-E21545CCAC23}" type="pres">
      <dgm:prSet presAssocID="{AEE4F956-15E4-4CD5-94A0-86617A8CC0C2}" presName="sibTrans" presStyleLbl="sibTrans2D1" presStyleIdx="2" presStyleCnt="3"/>
      <dgm:spPr/>
    </dgm:pt>
    <dgm:pt modelId="{5BEC8677-FEF8-4096-B4AC-B2C564973C64}" type="pres">
      <dgm:prSet presAssocID="{AEE4F956-15E4-4CD5-94A0-86617A8CC0C2}" presName="connectorText" presStyleLbl="sibTrans2D1" presStyleIdx="2" presStyleCnt="3"/>
      <dgm:spPr/>
    </dgm:pt>
    <dgm:pt modelId="{7B7C7509-EB6E-4BB0-878D-D96965C968E2}" type="pres">
      <dgm:prSet presAssocID="{5F46CD8B-8E23-475B-9F8F-1A5A756FF68A}" presName="node" presStyleLbl="node1" presStyleIdx="3" presStyleCnt="4">
        <dgm:presLayoutVars>
          <dgm:bulletEnabled val="1"/>
        </dgm:presLayoutVars>
      </dgm:prSet>
      <dgm:spPr/>
    </dgm:pt>
  </dgm:ptLst>
  <dgm:cxnLst>
    <dgm:cxn modelId="{B3AD4D16-8A66-4943-9FEC-7227449F378B}" type="presOf" srcId="{07DC9524-5BC1-4149-A82A-054166F375F9}" destId="{AC61CF3B-7E1E-4551-AC1D-2FD42DD30E2D}" srcOrd="0" destOrd="0" presId="urn:microsoft.com/office/officeart/2005/8/layout/process5"/>
    <dgm:cxn modelId="{B9CAB619-492E-4A2D-AD5B-8B04B4C3FEE8}" type="presOf" srcId="{AEE4F956-15E4-4CD5-94A0-86617A8CC0C2}" destId="{5BEC8677-FEF8-4096-B4AC-B2C564973C64}" srcOrd="1" destOrd="0" presId="urn:microsoft.com/office/officeart/2005/8/layout/process5"/>
    <dgm:cxn modelId="{4FF65834-1A2F-4C10-B8A6-7224A14A330E}" srcId="{07DC9524-5BC1-4149-A82A-054166F375F9}" destId="{790A6662-845D-4F03-9070-6F3A1CA6A8EE}" srcOrd="1" destOrd="0" parTransId="{D3D55E42-2504-4291-8A67-6D7D32AFE2A9}" sibTransId="{857BBEB7-D973-4D4C-9B53-91EA90991C1B}"/>
    <dgm:cxn modelId="{D9887C39-D5AE-4BB3-8490-32E4F15FC71B}" type="presOf" srcId="{857BBEB7-D973-4D4C-9B53-91EA90991C1B}" destId="{20959B0A-186E-4E76-A91F-3543C100AC11}" srcOrd="0" destOrd="0" presId="urn:microsoft.com/office/officeart/2005/8/layout/process5"/>
    <dgm:cxn modelId="{71A99763-FFAF-46EB-8850-3B4ADA4855C1}" type="presOf" srcId="{5F46CD8B-8E23-475B-9F8F-1A5A756FF68A}" destId="{7B7C7509-EB6E-4BB0-878D-D96965C968E2}" srcOrd="0" destOrd="0" presId="urn:microsoft.com/office/officeart/2005/8/layout/process5"/>
    <dgm:cxn modelId="{FBBEF56A-EE0F-491E-8010-656CF667065D}" type="presOf" srcId="{5B2E9323-7295-445D-9E5E-A6CB03E22189}" destId="{858937DF-4C6A-4894-AED8-6ABFC183C944}" srcOrd="1" destOrd="0" presId="urn:microsoft.com/office/officeart/2005/8/layout/process5"/>
    <dgm:cxn modelId="{2A5F8383-29A3-499E-9235-6A26311A8AB8}" type="presOf" srcId="{5B2E9323-7295-445D-9E5E-A6CB03E22189}" destId="{DE8363AB-0F9F-471B-9FD8-C6F2DFEA68BF}" srcOrd="0" destOrd="0" presId="urn:microsoft.com/office/officeart/2005/8/layout/process5"/>
    <dgm:cxn modelId="{0E068388-431D-4D1A-8D61-4DCB55B98618}" type="presOf" srcId="{AEE4F956-15E4-4CD5-94A0-86617A8CC0C2}" destId="{8FC74650-61E9-4B08-89A0-E21545CCAC23}" srcOrd="0" destOrd="0" presId="urn:microsoft.com/office/officeart/2005/8/layout/process5"/>
    <dgm:cxn modelId="{49602895-22AC-46B2-89A6-C18B31699088}" type="presOf" srcId="{0905ED9B-0794-4EB3-95DE-A4BC91154B64}" destId="{EA288CCA-1063-4E21-AD54-3304939EFEA9}" srcOrd="0" destOrd="0" presId="urn:microsoft.com/office/officeart/2005/8/layout/process5"/>
    <dgm:cxn modelId="{77AB6BCE-22DB-4A2D-A136-D8EA6D3CBEE7}" srcId="{07DC9524-5BC1-4149-A82A-054166F375F9}" destId="{0905ED9B-0794-4EB3-95DE-A4BC91154B64}" srcOrd="0" destOrd="0" parTransId="{61412205-DBA6-4F92-95AC-0670A4EEDBDD}" sibTransId="{5B2E9323-7295-445D-9E5E-A6CB03E22189}"/>
    <dgm:cxn modelId="{70317FCE-D86F-4D6A-AF7D-C03C62CF9E15}" type="presOf" srcId="{7C6FA7FF-5BAB-4981-B926-B189EBDBEDB9}" destId="{6B8FEAC1-9C1E-4B3D-8F62-D1FD4686BBF8}" srcOrd="0" destOrd="0" presId="urn:microsoft.com/office/officeart/2005/8/layout/process5"/>
    <dgm:cxn modelId="{74E4BDCF-5FDC-420B-A347-70023AA10C64}" type="presOf" srcId="{857BBEB7-D973-4D4C-9B53-91EA90991C1B}" destId="{9A70BC3F-9968-4580-A548-51001C87445D}" srcOrd="1" destOrd="0" presId="urn:microsoft.com/office/officeart/2005/8/layout/process5"/>
    <dgm:cxn modelId="{7BDC55E4-8C6B-4FB3-8050-F2D9DDF767BD}" type="presOf" srcId="{790A6662-845D-4F03-9070-6F3A1CA6A8EE}" destId="{E38E7629-79AB-4195-B838-E3AEBC450727}" srcOrd="0" destOrd="0" presId="urn:microsoft.com/office/officeart/2005/8/layout/process5"/>
    <dgm:cxn modelId="{A3D2D4F6-0A8E-4F41-B2A1-B78B2932D6A2}" srcId="{07DC9524-5BC1-4149-A82A-054166F375F9}" destId="{7C6FA7FF-5BAB-4981-B926-B189EBDBEDB9}" srcOrd="2" destOrd="0" parTransId="{D98DE922-F0F3-4A5B-9985-320991961807}" sibTransId="{AEE4F956-15E4-4CD5-94A0-86617A8CC0C2}"/>
    <dgm:cxn modelId="{98C2A3FE-E854-44B9-AFC5-7B71B1EB8661}" srcId="{07DC9524-5BC1-4149-A82A-054166F375F9}" destId="{5F46CD8B-8E23-475B-9F8F-1A5A756FF68A}" srcOrd="3" destOrd="0" parTransId="{0F58F131-D5D8-49CC-8C73-F010D2072975}" sibTransId="{6C4F2225-4606-466A-8FA4-8B471376EC54}"/>
    <dgm:cxn modelId="{1BD3DDF7-8770-4764-A09B-B37E6FAFAAB4}" type="presParOf" srcId="{AC61CF3B-7E1E-4551-AC1D-2FD42DD30E2D}" destId="{EA288CCA-1063-4E21-AD54-3304939EFEA9}" srcOrd="0" destOrd="0" presId="urn:microsoft.com/office/officeart/2005/8/layout/process5"/>
    <dgm:cxn modelId="{D9AA3129-C980-4487-9A5C-1717DAD80914}" type="presParOf" srcId="{AC61CF3B-7E1E-4551-AC1D-2FD42DD30E2D}" destId="{DE8363AB-0F9F-471B-9FD8-C6F2DFEA68BF}" srcOrd="1" destOrd="0" presId="urn:microsoft.com/office/officeart/2005/8/layout/process5"/>
    <dgm:cxn modelId="{C6B1F93D-3B58-46B5-8C30-91F819FD13B9}" type="presParOf" srcId="{DE8363AB-0F9F-471B-9FD8-C6F2DFEA68BF}" destId="{858937DF-4C6A-4894-AED8-6ABFC183C944}" srcOrd="0" destOrd="0" presId="urn:microsoft.com/office/officeart/2005/8/layout/process5"/>
    <dgm:cxn modelId="{CB13EE87-EB8D-4F57-AAF7-D35E5B1DE7EB}" type="presParOf" srcId="{AC61CF3B-7E1E-4551-AC1D-2FD42DD30E2D}" destId="{E38E7629-79AB-4195-B838-E3AEBC450727}" srcOrd="2" destOrd="0" presId="urn:microsoft.com/office/officeart/2005/8/layout/process5"/>
    <dgm:cxn modelId="{92882B19-04CA-4140-B0AF-5A97B1F2DC70}" type="presParOf" srcId="{AC61CF3B-7E1E-4551-AC1D-2FD42DD30E2D}" destId="{20959B0A-186E-4E76-A91F-3543C100AC11}" srcOrd="3" destOrd="0" presId="urn:microsoft.com/office/officeart/2005/8/layout/process5"/>
    <dgm:cxn modelId="{7566EE3A-E7EB-424B-81D7-F5113E048574}" type="presParOf" srcId="{20959B0A-186E-4E76-A91F-3543C100AC11}" destId="{9A70BC3F-9968-4580-A548-51001C87445D}" srcOrd="0" destOrd="0" presId="urn:microsoft.com/office/officeart/2005/8/layout/process5"/>
    <dgm:cxn modelId="{2C4B6987-C8EB-435D-AB80-F5BAB69AF12F}" type="presParOf" srcId="{AC61CF3B-7E1E-4551-AC1D-2FD42DD30E2D}" destId="{6B8FEAC1-9C1E-4B3D-8F62-D1FD4686BBF8}" srcOrd="4" destOrd="0" presId="urn:microsoft.com/office/officeart/2005/8/layout/process5"/>
    <dgm:cxn modelId="{3F865D06-2822-496B-A3C9-45C27C9CE221}" type="presParOf" srcId="{AC61CF3B-7E1E-4551-AC1D-2FD42DD30E2D}" destId="{8FC74650-61E9-4B08-89A0-E21545CCAC23}" srcOrd="5" destOrd="0" presId="urn:microsoft.com/office/officeart/2005/8/layout/process5"/>
    <dgm:cxn modelId="{B933CDA7-F404-4CF2-BDAC-33E9EDECC46B}" type="presParOf" srcId="{8FC74650-61E9-4B08-89A0-E21545CCAC23}" destId="{5BEC8677-FEF8-4096-B4AC-B2C564973C64}" srcOrd="0" destOrd="0" presId="urn:microsoft.com/office/officeart/2005/8/layout/process5"/>
    <dgm:cxn modelId="{39731BFA-012A-4267-9CD1-CC1F50781068}" type="presParOf" srcId="{AC61CF3B-7E1E-4551-AC1D-2FD42DD30E2D}" destId="{7B7C7509-EB6E-4BB0-878D-D96965C968E2}" srcOrd="6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15DDFF-15FC-4F05-A645-F30950066FF4}">
      <dsp:nvSpPr>
        <dsp:cNvPr id="0" name=""/>
        <dsp:cNvSpPr/>
      </dsp:nvSpPr>
      <dsp:spPr>
        <a:xfrm>
          <a:off x="562927" y="788206"/>
          <a:ext cx="1445998" cy="1445998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C57839-D0A5-450D-A9E3-461432287DFD}">
      <dsp:nvSpPr>
        <dsp:cNvPr id="0" name=""/>
        <dsp:cNvSpPr/>
      </dsp:nvSpPr>
      <dsp:spPr>
        <a:xfrm>
          <a:off x="871091" y="1096370"/>
          <a:ext cx="829671" cy="8296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898F06-290F-4469-A17F-26B936E7B81E}">
      <dsp:nvSpPr>
        <dsp:cNvPr id="0" name=""/>
        <dsp:cNvSpPr/>
      </dsp:nvSpPr>
      <dsp:spPr>
        <a:xfrm>
          <a:off x="100682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Rise of Artificial Intelligence</a:t>
          </a:r>
        </a:p>
      </dsp:txBody>
      <dsp:txXfrm>
        <a:off x="100682" y="2684598"/>
        <a:ext cx="2370489" cy="720000"/>
      </dsp:txXfrm>
    </dsp:sp>
    <dsp:sp modelId="{3D64A48E-801E-470C-B560-DC741F3C47A0}">
      <dsp:nvSpPr>
        <dsp:cNvPr id="0" name=""/>
        <dsp:cNvSpPr/>
      </dsp:nvSpPr>
      <dsp:spPr>
        <a:xfrm>
          <a:off x="3348252" y="788206"/>
          <a:ext cx="1445998" cy="1445998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EB8D62-C135-4BEB-A115-C26F985A71C5}">
      <dsp:nvSpPr>
        <dsp:cNvPr id="0" name=""/>
        <dsp:cNvSpPr/>
      </dsp:nvSpPr>
      <dsp:spPr>
        <a:xfrm>
          <a:off x="3656416" y="1096370"/>
          <a:ext cx="829671" cy="8296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7091A1-9E9B-4039-A941-7F808A05A846}">
      <dsp:nvSpPr>
        <dsp:cNvPr id="0" name=""/>
        <dsp:cNvSpPr/>
      </dsp:nvSpPr>
      <dsp:spPr>
        <a:xfrm>
          <a:off x="2886007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Questions about Creativity and Originality</a:t>
          </a:r>
        </a:p>
      </dsp:txBody>
      <dsp:txXfrm>
        <a:off x="2886007" y="2684598"/>
        <a:ext cx="2370489" cy="720000"/>
      </dsp:txXfrm>
    </dsp:sp>
    <dsp:sp modelId="{C1847BA2-467D-4B8D-AD5B-AEECC0ADCEA7}">
      <dsp:nvSpPr>
        <dsp:cNvPr id="0" name=""/>
        <dsp:cNvSpPr/>
      </dsp:nvSpPr>
      <dsp:spPr>
        <a:xfrm>
          <a:off x="6133577" y="788206"/>
          <a:ext cx="1445998" cy="1445998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4ECBBD-7E76-4F56-80E9-020A9B4F95A6}">
      <dsp:nvSpPr>
        <dsp:cNvPr id="0" name=""/>
        <dsp:cNvSpPr/>
      </dsp:nvSpPr>
      <dsp:spPr>
        <a:xfrm>
          <a:off x="6441741" y="1096370"/>
          <a:ext cx="829671" cy="8296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69BBBA-C2C7-48FD-8E58-D55A3276C017}">
      <dsp:nvSpPr>
        <dsp:cNvPr id="0" name=""/>
        <dsp:cNvSpPr/>
      </dsp:nvSpPr>
      <dsp:spPr>
        <a:xfrm>
          <a:off x="5671332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AI as a tool, collaborator, or generator</a:t>
          </a:r>
        </a:p>
      </dsp:txBody>
      <dsp:txXfrm>
        <a:off x="5671332" y="2684598"/>
        <a:ext cx="2370489" cy="720000"/>
      </dsp:txXfrm>
    </dsp:sp>
    <dsp:sp modelId="{39852C77-D5E7-45C1-8C23-219C8EA5F261}">
      <dsp:nvSpPr>
        <dsp:cNvPr id="0" name=""/>
        <dsp:cNvSpPr/>
      </dsp:nvSpPr>
      <dsp:spPr>
        <a:xfrm>
          <a:off x="8918902" y="788206"/>
          <a:ext cx="1445998" cy="1445998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A535B8-FED2-4029-BB6E-D2696FBA45ED}">
      <dsp:nvSpPr>
        <dsp:cNvPr id="0" name=""/>
        <dsp:cNvSpPr/>
      </dsp:nvSpPr>
      <dsp:spPr>
        <a:xfrm>
          <a:off x="9227066" y="1096370"/>
          <a:ext cx="829671" cy="8296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8505EF-FE68-4E04-B867-B12FF5BCC1FE}">
      <dsp:nvSpPr>
        <dsp:cNvPr id="0" name=""/>
        <dsp:cNvSpPr/>
      </dsp:nvSpPr>
      <dsp:spPr>
        <a:xfrm>
          <a:off x="8456657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AI requires redefining creativity</a:t>
          </a:r>
        </a:p>
      </dsp:txBody>
      <dsp:txXfrm>
        <a:off x="8456657" y="2684598"/>
        <a:ext cx="2370489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BC6510-8F77-4040-AD4E-D80EE9DBAA7A}">
      <dsp:nvSpPr>
        <dsp:cNvPr id="0" name=""/>
        <dsp:cNvSpPr/>
      </dsp:nvSpPr>
      <dsp:spPr>
        <a:xfrm>
          <a:off x="0" y="0"/>
          <a:ext cx="8742263" cy="81166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Mini-C: personal learning</a:t>
          </a:r>
        </a:p>
      </dsp:txBody>
      <dsp:txXfrm>
        <a:off x="23773" y="23773"/>
        <a:ext cx="7797822" cy="764123"/>
      </dsp:txXfrm>
    </dsp:sp>
    <dsp:sp modelId="{4742A0D2-C61E-45A5-A70C-F96F78B0A65D}">
      <dsp:nvSpPr>
        <dsp:cNvPr id="0" name=""/>
        <dsp:cNvSpPr/>
      </dsp:nvSpPr>
      <dsp:spPr>
        <a:xfrm>
          <a:off x="732164" y="959245"/>
          <a:ext cx="8742263" cy="811669"/>
        </a:xfrm>
        <a:prstGeom prst="roundRect">
          <a:avLst>
            <a:gd name="adj" fmla="val 10000"/>
          </a:avLst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Little-C: everyday creativity</a:t>
          </a:r>
        </a:p>
      </dsp:txBody>
      <dsp:txXfrm>
        <a:off x="755937" y="983018"/>
        <a:ext cx="7434967" cy="764123"/>
      </dsp:txXfrm>
    </dsp:sp>
    <dsp:sp modelId="{52B4E7C9-F15B-42A4-8D66-16D98756CF94}">
      <dsp:nvSpPr>
        <dsp:cNvPr id="0" name=""/>
        <dsp:cNvSpPr/>
      </dsp:nvSpPr>
      <dsp:spPr>
        <a:xfrm>
          <a:off x="1453401" y="1918490"/>
          <a:ext cx="8742263" cy="811669"/>
        </a:xfrm>
        <a:prstGeom prst="roundRect">
          <a:avLst>
            <a:gd name="adj" fmla="val 10000"/>
          </a:avLst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Big-C: cultural impact</a:t>
          </a:r>
        </a:p>
      </dsp:txBody>
      <dsp:txXfrm>
        <a:off x="1477174" y="1942263"/>
        <a:ext cx="7445895" cy="764123"/>
      </dsp:txXfrm>
    </dsp:sp>
    <dsp:sp modelId="{A59FF93F-DFB1-43A2-B2E5-CB8BD7205E09}">
      <dsp:nvSpPr>
        <dsp:cNvPr id="0" name=""/>
        <dsp:cNvSpPr/>
      </dsp:nvSpPr>
      <dsp:spPr>
        <a:xfrm>
          <a:off x="2185565" y="2877735"/>
          <a:ext cx="8742263" cy="811669"/>
        </a:xfrm>
        <a:prstGeom prst="roundRect">
          <a:avLst>
            <a:gd name="adj" fmla="val 10000"/>
          </a:avLst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Pro-C: professional mastery</a:t>
          </a:r>
        </a:p>
      </dsp:txBody>
      <dsp:txXfrm>
        <a:off x="2209338" y="2901508"/>
        <a:ext cx="7434967" cy="764123"/>
      </dsp:txXfrm>
    </dsp:sp>
    <dsp:sp modelId="{51D21908-BB79-4C2A-BAFA-DFB06329FE96}">
      <dsp:nvSpPr>
        <dsp:cNvPr id="0" name=""/>
        <dsp:cNvSpPr/>
      </dsp:nvSpPr>
      <dsp:spPr>
        <a:xfrm>
          <a:off x="8214678" y="621664"/>
          <a:ext cx="527584" cy="52758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8333384" y="621664"/>
        <a:ext cx="290172" cy="397007"/>
      </dsp:txXfrm>
    </dsp:sp>
    <dsp:sp modelId="{83C13BD0-DDF2-42E8-AFE6-C75D5814FFF4}">
      <dsp:nvSpPr>
        <dsp:cNvPr id="0" name=""/>
        <dsp:cNvSpPr/>
      </dsp:nvSpPr>
      <dsp:spPr>
        <a:xfrm>
          <a:off x="8946842" y="1580910"/>
          <a:ext cx="527584" cy="52758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3367359"/>
            <a:satOff val="-31116"/>
            <a:lumOff val="-350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3367359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9065548" y="1580910"/>
        <a:ext cx="290172" cy="397007"/>
      </dsp:txXfrm>
    </dsp:sp>
    <dsp:sp modelId="{089C7309-0DFA-4062-A466-A104934D3014}">
      <dsp:nvSpPr>
        <dsp:cNvPr id="0" name=""/>
        <dsp:cNvSpPr/>
      </dsp:nvSpPr>
      <dsp:spPr>
        <a:xfrm>
          <a:off x="9668079" y="2540155"/>
          <a:ext cx="527584" cy="52758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9786785" y="2540155"/>
        <a:ext cx="290172" cy="39700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29073C-4574-4639-8463-E4FC8AB35DC8}">
      <dsp:nvSpPr>
        <dsp:cNvPr id="0" name=""/>
        <dsp:cNvSpPr/>
      </dsp:nvSpPr>
      <dsp:spPr>
        <a:xfrm>
          <a:off x="0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80B2E8-2D6A-438E-8557-C058E05A31FD}">
      <dsp:nvSpPr>
        <dsp:cNvPr id="0" name=""/>
        <dsp:cNvSpPr/>
      </dsp:nvSpPr>
      <dsp:spPr>
        <a:xfrm>
          <a:off x="341494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AI improves idea quality</a:t>
          </a:r>
        </a:p>
      </dsp:txBody>
      <dsp:txXfrm>
        <a:off x="398656" y="1088253"/>
        <a:ext cx="2959127" cy="1837317"/>
      </dsp:txXfrm>
    </dsp:sp>
    <dsp:sp modelId="{337BEC7B-EA67-4102-8D38-8DC47185A90D}">
      <dsp:nvSpPr>
        <dsp:cNvPr id="0" name=""/>
        <dsp:cNvSpPr/>
      </dsp:nvSpPr>
      <dsp:spPr>
        <a:xfrm>
          <a:off x="3756441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5508B3-A3EC-48BC-AF94-15EB0C28ABB1}">
      <dsp:nvSpPr>
        <dsp:cNvPr id="0" name=""/>
        <dsp:cNvSpPr/>
      </dsp:nvSpPr>
      <dsp:spPr>
        <a:xfrm>
          <a:off x="4097935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Doshi &amp; Hauser Study: AI users wrote better stories</a:t>
          </a:r>
        </a:p>
      </dsp:txBody>
      <dsp:txXfrm>
        <a:off x="4155097" y="1088253"/>
        <a:ext cx="2959127" cy="1837317"/>
      </dsp:txXfrm>
    </dsp:sp>
    <dsp:sp modelId="{615ED191-9E87-4684-8DF7-C89A9B59F23C}">
      <dsp:nvSpPr>
        <dsp:cNvPr id="0" name=""/>
        <dsp:cNvSpPr/>
      </dsp:nvSpPr>
      <dsp:spPr>
        <a:xfrm>
          <a:off x="7512882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6543B3-1176-4BD9-BDA9-B68C3AC69EFA}">
      <dsp:nvSpPr>
        <dsp:cNvPr id="0" name=""/>
        <dsp:cNvSpPr/>
      </dsp:nvSpPr>
      <dsp:spPr>
        <a:xfrm>
          <a:off x="7854377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Less variation in results</a:t>
          </a:r>
        </a:p>
      </dsp:txBody>
      <dsp:txXfrm>
        <a:off x="7911539" y="1088253"/>
        <a:ext cx="2959127" cy="183731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990036-7372-44FD-9AB5-6B7F3AC1801E}">
      <dsp:nvSpPr>
        <dsp:cNvPr id="0" name=""/>
        <dsp:cNvSpPr/>
      </dsp:nvSpPr>
      <dsp:spPr>
        <a:xfrm>
          <a:off x="380489" y="0"/>
          <a:ext cx="5530735" cy="5530735"/>
        </a:xfrm>
        <a:prstGeom prst="diamond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310980-A534-4555-8A6B-7E135A6E1DE0}">
      <dsp:nvSpPr>
        <dsp:cNvPr id="0" name=""/>
        <dsp:cNvSpPr/>
      </dsp:nvSpPr>
      <dsp:spPr>
        <a:xfrm>
          <a:off x="905909" y="525419"/>
          <a:ext cx="2156986" cy="2156986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Hard to define originality</a:t>
          </a:r>
        </a:p>
      </dsp:txBody>
      <dsp:txXfrm>
        <a:off x="1011204" y="630714"/>
        <a:ext cx="1946396" cy="1946396"/>
      </dsp:txXfrm>
    </dsp:sp>
    <dsp:sp modelId="{A096BBCF-9DD3-4BC0-A3D2-C4B12ADE1AFF}">
      <dsp:nvSpPr>
        <dsp:cNvPr id="0" name=""/>
        <dsp:cNvSpPr/>
      </dsp:nvSpPr>
      <dsp:spPr>
        <a:xfrm>
          <a:off x="3228818" y="525419"/>
          <a:ext cx="2156986" cy="2156986"/>
        </a:xfrm>
        <a:prstGeom prst="roundRect">
          <a:avLst/>
        </a:prstGeom>
        <a:solidFill>
          <a:schemeClr val="accent5">
            <a:hueOff val="-4050717"/>
            <a:satOff val="-275"/>
            <a:lumOff val="65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Who owns AI generated content?</a:t>
          </a:r>
        </a:p>
      </dsp:txBody>
      <dsp:txXfrm>
        <a:off x="3334113" y="630714"/>
        <a:ext cx="1946396" cy="1946396"/>
      </dsp:txXfrm>
    </dsp:sp>
    <dsp:sp modelId="{884D416D-D265-47B4-A913-556786E0C8F2}">
      <dsp:nvSpPr>
        <dsp:cNvPr id="0" name=""/>
        <dsp:cNvSpPr/>
      </dsp:nvSpPr>
      <dsp:spPr>
        <a:xfrm>
          <a:off x="905909" y="2848328"/>
          <a:ext cx="2156986" cy="2156986"/>
        </a:xfrm>
        <a:prstGeom prst="roundRect">
          <a:avLst/>
        </a:prstGeom>
        <a:solidFill>
          <a:schemeClr val="accent5">
            <a:hueOff val="-8101434"/>
            <a:satOff val="-551"/>
            <a:lumOff val="13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Audience bias against AI art</a:t>
          </a:r>
        </a:p>
      </dsp:txBody>
      <dsp:txXfrm>
        <a:off x="1011204" y="2953623"/>
        <a:ext cx="1946396" cy="1946396"/>
      </dsp:txXfrm>
    </dsp:sp>
    <dsp:sp modelId="{3EC9F42F-9A06-46E5-9460-307EAAAE3A80}">
      <dsp:nvSpPr>
        <dsp:cNvPr id="0" name=""/>
        <dsp:cNvSpPr/>
      </dsp:nvSpPr>
      <dsp:spPr>
        <a:xfrm>
          <a:off x="3228818" y="2848328"/>
          <a:ext cx="2156986" cy="2156986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Greater concern at higher creativity levels</a:t>
          </a:r>
        </a:p>
      </dsp:txBody>
      <dsp:txXfrm>
        <a:off x="3334113" y="2953623"/>
        <a:ext cx="1946396" cy="194639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6E801C-2203-4A53-BD65-E74AA7451479}">
      <dsp:nvSpPr>
        <dsp:cNvPr id="0" name=""/>
        <dsp:cNvSpPr/>
      </dsp:nvSpPr>
      <dsp:spPr>
        <a:xfrm>
          <a:off x="0" y="2726"/>
          <a:ext cx="6303729" cy="131756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AI as a generator</a:t>
          </a:r>
        </a:p>
      </dsp:txBody>
      <dsp:txXfrm>
        <a:off x="64318" y="67044"/>
        <a:ext cx="6175093" cy="1188930"/>
      </dsp:txXfrm>
    </dsp:sp>
    <dsp:sp modelId="{B364C84C-BD6D-43ED-90B2-86FD2AC8F253}">
      <dsp:nvSpPr>
        <dsp:cNvPr id="0" name=""/>
        <dsp:cNvSpPr/>
      </dsp:nvSpPr>
      <dsp:spPr>
        <a:xfrm>
          <a:off x="0" y="1415333"/>
          <a:ext cx="6303729" cy="1317566"/>
        </a:xfrm>
        <a:prstGeom prst="round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Similar to photoshop / cameras (photography)</a:t>
          </a:r>
        </a:p>
      </dsp:txBody>
      <dsp:txXfrm>
        <a:off x="64318" y="1479651"/>
        <a:ext cx="6175093" cy="1188930"/>
      </dsp:txXfrm>
    </dsp:sp>
    <dsp:sp modelId="{BB9D67A1-B73F-436C-A2FA-138DA4FFE7E3}">
      <dsp:nvSpPr>
        <dsp:cNvPr id="0" name=""/>
        <dsp:cNvSpPr/>
      </dsp:nvSpPr>
      <dsp:spPr>
        <a:xfrm>
          <a:off x="0" y="2827939"/>
          <a:ext cx="6303729" cy="1317566"/>
        </a:xfrm>
        <a:prstGeom prst="roundRect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Expands creative possibilities</a:t>
          </a:r>
        </a:p>
      </dsp:txBody>
      <dsp:txXfrm>
        <a:off x="64318" y="2892257"/>
        <a:ext cx="6175093" cy="1188930"/>
      </dsp:txXfrm>
    </dsp:sp>
    <dsp:sp modelId="{4BC636C7-EE17-4460-8D58-4C5D88E1D8C6}">
      <dsp:nvSpPr>
        <dsp:cNvPr id="0" name=""/>
        <dsp:cNvSpPr/>
      </dsp:nvSpPr>
      <dsp:spPr>
        <a:xfrm>
          <a:off x="0" y="4240545"/>
          <a:ext cx="6303729" cy="1317566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Could redefine artistic skill</a:t>
          </a:r>
        </a:p>
      </dsp:txBody>
      <dsp:txXfrm>
        <a:off x="64318" y="4304863"/>
        <a:ext cx="6175093" cy="118893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B1EA91-6DCB-43A3-887D-53346C34F027}">
      <dsp:nvSpPr>
        <dsp:cNvPr id="0" name=""/>
        <dsp:cNvSpPr/>
      </dsp:nvSpPr>
      <dsp:spPr>
        <a:xfrm>
          <a:off x="0" y="2288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76812C-3F56-42E4-919F-E376A4CEC599}">
      <dsp:nvSpPr>
        <dsp:cNvPr id="0" name=""/>
        <dsp:cNvSpPr/>
      </dsp:nvSpPr>
      <dsp:spPr>
        <a:xfrm>
          <a:off x="350852" y="263253"/>
          <a:ext cx="637913" cy="6379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480853-FD14-4E5D-BABA-75463D032AA9}">
      <dsp:nvSpPr>
        <dsp:cNvPr id="0" name=""/>
        <dsp:cNvSpPr/>
      </dsp:nvSpPr>
      <dsp:spPr>
        <a:xfrm>
          <a:off x="1339618" y="2288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Augmenting vs replacing creativity</a:t>
          </a:r>
        </a:p>
      </dsp:txBody>
      <dsp:txXfrm>
        <a:off x="1339618" y="2288"/>
        <a:ext cx="5024605" cy="1159843"/>
      </dsp:txXfrm>
    </dsp:sp>
    <dsp:sp modelId="{C781193B-C0B2-4A95-A385-DC5F6ECBF9F6}">
      <dsp:nvSpPr>
        <dsp:cNvPr id="0" name=""/>
        <dsp:cNvSpPr/>
      </dsp:nvSpPr>
      <dsp:spPr>
        <a:xfrm>
          <a:off x="0" y="1452092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1E428C-B42B-492F-867D-2741E67A9553}">
      <dsp:nvSpPr>
        <dsp:cNvPr id="0" name=""/>
        <dsp:cNvSpPr/>
      </dsp:nvSpPr>
      <dsp:spPr>
        <a:xfrm>
          <a:off x="350852" y="1713057"/>
          <a:ext cx="637913" cy="6379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E4708E-5883-45EF-A096-42F0D3F927B0}">
      <dsp:nvSpPr>
        <dsp:cNvPr id="0" name=""/>
        <dsp:cNvSpPr/>
      </dsp:nvSpPr>
      <dsp:spPr>
        <a:xfrm>
          <a:off x="1339618" y="1452092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Job market implications</a:t>
          </a:r>
        </a:p>
      </dsp:txBody>
      <dsp:txXfrm>
        <a:off x="1339618" y="1452092"/>
        <a:ext cx="5024605" cy="1159843"/>
      </dsp:txXfrm>
    </dsp:sp>
    <dsp:sp modelId="{0E627861-02D5-4B02-9293-40CF581C2985}">
      <dsp:nvSpPr>
        <dsp:cNvPr id="0" name=""/>
        <dsp:cNvSpPr/>
      </dsp:nvSpPr>
      <dsp:spPr>
        <a:xfrm>
          <a:off x="0" y="2901896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2409A8-EF2D-4FBE-887E-A2334C521AF2}">
      <dsp:nvSpPr>
        <dsp:cNvPr id="0" name=""/>
        <dsp:cNvSpPr/>
      </dsp:nvSpPr>
      <dsp:spPr>
        <a:xfrm>
          <a:off x="350852" y="3162861"/>
          <a:ext cx="637913" cy="6379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AE4714-9E72-49E3-83D3-4B64F1B4C17A}">
      <dsp:nvSpPr>
        <dsp:cNvPr id="0" name=""/>
        <dsp:cNvSpPr/>
      </dsp:nvSpPr>
      <dsp:spPr>
        <a:xfrm>
          <a:off x="1339618" y="2901896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Creative professions at risk</a:t>
          </a:r>
        </a:p>
      </dsp:txBody>
      <dsp:txXfrm>
        <a:off x="1339618" y="2901896"/>
        <a:ext cx="5024605" cy="1159843"/>
      </dsp:txXfrm>
    </dsp:sp>
    <dsp:sp modelId="{C198D32E-F99C-4BC7-AA60-3207B441E9CC}">
      <dsp:nvSpPr>
        <dsp:cNvPr id="0" name=""/>
        <dsp:cNvSpPr/>
      </dsp:nvSpPr>
      <dsp:spPr>
        <a:xfrm>
          <a:off x="0" y="4351700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11CE31-86BD-4103-A6A0-809E91D61957}">
      <dsp:nvSpPr>
        <dsp:cNvPr id="0" name=""/>
        <dsp:cNvSpPr/>
      </dsp:nvSpPr>
      <dsp:spPr>
        <a:xfrm>
          <a:off x="350852" y="4612665"/>
          <a:ext cx="637913" cy="6379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395CC9-A6AB-4365-AD7F-DCAF15150464}">
      <dsp:nvSpPr>
        <dsp:cNvPr id="0" name=""/>
        <dsp:cNvSpPr/>
      </dsp:nvSpPr>
      <dsp:spPr>
        <a:xfrm>
          <a:off x="1339618" y="4351700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Changing creative norms</a:t>
          </a:r>
        </a:p>
      </dsp:txBody>
      <dsp:txXfrm>
        <a:off x="1339618" y="4351700"/>
        <a:ext cx="5024605" cy="115984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1DD5C7-B91D-4632-9FB0-8A1651B94026}">
      <dsp:nvSpPr>
        <dsp:cNvPr id="0" name=""/>
        <dsp:cNvSpPr/>
      </dsp:nvSpPr>
      <dsp:spPr>
        <a:xfrm>
          <a:off x="3080" y="1361187"/>
          <a:ext cx="2199649" cy="13967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3242FE94-D6C9-4311-9331-F0A3E3CE0577}">
      <dsp:nvSpPr>
        <dsp:cNvPr id="0" name=""/>
        <dsp:cNvSpPr/>
      </dsp:nvSpPr>
      <dsp:spPr>
        <a:xfrm>
          <a:off x="247486" y="1593372"/>
          <a:ext cx="2199649" cy="13967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Copyright uncertainty</a:t>
          </a:r>
        </a:p>
      </dsp:txBody>
      <dsp:txXfrm>
        <a:off x="288396" y="1634282"/>
        <a:ext cx="2117829" cy="1314957"/>
      </dsp:txXfrm>
    </dsp:sp>
    <dsp:sp modelId="{9F9A048E-42AB-43E6-8DA9-6E059CE74A46}">
      <dsp:nvSpPr>
        <dsp:cNvPr id="0" name=""/>
        <dsp:cNvSpPr/>
      </dsp:nvSpPr>
      <dsp:spPr>
        <a:xfrm>
          <a:off x="2691541" y="1361187"/>
          <a:ext cx="2199649" cy="13967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9397699A-004E-4A29-B6FC-0AE60D557C00}">
      <dsp:nvSpPr>
        <dsp:cNvPr id="0" name=""/>
        <dsp:cNvSpPr/>
      </dsp:nvSpPr>
      <dsp:spPr>
        <a:xfrm>
          <a:off x="2935947" y="1593372"/>
          <a:ext cx="2199649" cy="13967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Ownership of AI outputs</a:t>
          </a:r>
        </a:p>
      </dsp:txBody>
      <dsp:txXfrm>
        <a:off x="2976857" y="1634282"/>
        <a:ext cx="2117829" cy="1314957"/>
      </dsp:txXfrm>
    </dsp:sp>
    <dsp:sp modelId="{8254CB4B-61DC-466C-8188-461209467AE9}">
      <dsp:nvSpPr>
        <dsp:cNvPr id="0" name=""/>
        <dsp:cNvSpPr/>
      </dsp:nvSpPr>
      <dsp:spPr>
        <a:xfrm>
          <a:off x="5380002" y="1361187"/>
          <a:ext cx="2199649" cy="13967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DAC47FAE-BDC0-4A3C-B8C7-459A6E00F798}">
      <dsp:nvSpPr>
        <dsp:cNvPr id="0" name=""/>
        <dsp:cNvSpPr/>
      </dsp:nvSpPr>
      <dsp:spPr>
        <a:xfrm>
          <a:off x="5624408" y="1593372"/>
          <a:ext cx="2199649" cy="13967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Training data concerns</a:t>
          </a:r>
        </a:p>
      </dsp:txBody>
      <dsp:txXfrm>
        <a:off x="5665318" y="1634282"/>
        <a:ext cx="2117829" cy="1314957"/>
      </dsp:txXfrm>
    </dsp:sp>
    <dsp:sp modelId="{F923080C-70F2-4C43-A6BF-6BF601B5D68C}">
      <dsp:nvSpPr>
        <dsp:cNvPr id="0" name=""/>
        <dsp:cNvSpPr/>
      </dsp:nvSpPr>
      <dsp:spPr>
        <a:xfrm>
          <a:off x="8068463" y="1361187"/>
          <a:ext cx="2199649" cy="13967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5B6ED9F6-FD6D-4B75-872D-62021E292807}">
      <dsp:nvSpPr>
        <dsp:cNvPr id="0" name=""/>
        <dsp:cNvSpPr/>
      </dsp:nvSpPr>
      <dsp:spPr>
        <a:xfrm>
          <a:off x="8312869" y="1593372"/>
          <a:ext cx="2199649" cy="13967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Need for new frameworks</a:t>
          </a:r>
        </a:p>
      </dsp:txBody>
      <dsp:txXfrm>
        <a:off x="8353779" y="1634282"/>
        <a:ext cx="2117829" cy="131495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52FF99-B718-42E8-B558-060A1EE2CBAE}">
      <dsp:nvSpPr>
        <dsp:cNvPr id="0" name=""/>
        <dsp:cNvSpPr/>
      </dsp:nvSpPr>
      <dsp:spPr>
        <a:xfrm>
          <a:off x="0" y="1805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457A00-404D-4720-8E19-B04D04A51922}">
      <dsp:nvSpPr>
        <dsp:cNvPr id="0" name=""/>
        <dsp:cNvSpPr/>
      </dsp:nvSpPr>
      <dsp:spPr>
        <a:xfrm>
          <a:off x="276881" y="207750"/>
          <a:ext cx="503420" cy="5034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A538A5-9A4D-46D1-8E4F-6BEAFC2A5CDB}">
      <dsp:nvSpPr>
        <dsp:cNvPr id="0" name=""/>
        <dsp:cNvSpPr/>
      </dsp:nvSpPr>
      <dsp:spPr>
        <a:xfrm>
          <a:off x="1057183" y="1805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Need clearer definition of originality</a:t>
          </a:r>
        </a:p>
      </dsp:txBody>
      <dsp:txXfrm>
        <a:off x="1057183" y="1805"/>
        <a:ext cx="9458416" cy="915310"/>
      </dsp:txXfrm>
    </dsp:sp>
    <dsp:sp modelId="{2D4DC60D-FB55-4396-ACB6-1B474C66E707}">
      <dsp:nvSpPr>
        <dsp:cNvPr id="0" name=""/>
        <dsp:cNvSpPr/>
      </dsp:nvSpPr>
      <dsp:spPr>
        <a:xfrm>
          <a:off x="0" y="1145944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57C9CF-C674-414D-8037-404BFB2242FE}">
      <dsp:nvSpPr>
        <dsp:cNvPr id="0" name=""/>
        <dsp:cNvSpPr/>
      </dsp:nvSpPr>
      <dsp:spPr>
        <a:xfrm>
          <a:off x="276881" y="1351889"/>
          <a:ext cx="503420" cy="5034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1079A1-13B9-4E92-87C8-4622414F16A7}">
      <dsp:nvSpPr>
        <dsp:cNvPr id="0" name=""/>
        <dsp:cNvSpPr/>
      </dsp:nvSpPr>
      <dsp:spPr>
        <a:xfrm>
          <a:off x="1057183" y="1145944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Study long-term creativity effects</a:t>
          </a:r>
        </a:p>
      </dsp:txBody>
      <dsp:txXfrm>
        <a:off x="1057183" y="1145944"/>
        <a:ext cx="9458416" cy="915310"/>
      </dsp:txXfrm>
    </dsp:sp>
    <dsp:sp modelId="{88096206-6093-40AA-A357-4BF3940A121B}">
      <dsp:nvSpPr>
        <dsp:cNvPr id="0" name=""/>
        <dsp:cNvSpPr/>
      </dsp:nvSpPr>
      <dsp:spPr>
        <a:xfrm>
          <a:off x="0" y="2290082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6DDF10-0B0C-4C12-841E-164E9A1B7284}">
      <dsp:nvSpPr>
        <dsp:cNvPr id="0" name=""/>
        <dsp:cNvSpPr/>
      </dsp:nvSpPr>
      <dsp:spPr>
        <a:xfrm>
          <a:off x="276881" y="2496027"/>
          <a:ext cx="503420" cy="5034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324895-5238-4E70-B23D-CDB53C86A604}">
      <dsp:nvSpPr>
        <dsp:cNvPr id="0" name=""/>
        <dsp:cNvSpPr/>
      </dsp:nvSpPr>
      <dsp:spPr>
        <a:xfrm>
          <a:off x="1057183" y="2290082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Evaluate training data impact</a:t>
          </a:r>
        </a:p>
      </dsp:txBody>
      <dsp:txXfrm>
        <a:off x="1057183" y="2290082"/>
        <a:ext cx="9458416" cy="915310"/>
      </dsp:txXfrm>
    </dsp:sp>
    <dsp:sp modelId="{080E228C-F8E4-4EF5-BE8A-02932363F034}">
      <dsp:nvSpPr>
        <dsp:cNvPr id="0" name=""/>
        <dsp:cNvSpPr/>
      </dsp:nvSpPr>
      <dsp:spPr>
        <a:xfrm>
          <a:off x="0" y="3434221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2B9BE9-2386-4ED0-9C98-E3A78CDAB28B}">
      <dsp:nvSpPr>
        <dsp:cNvPr id="0" name=""/>
        <dsp:cNvSpPr/>
      </dsp:nvSpPr>
      <dsp:spPr>
        <a:xfrm>
          <a:off x="276881" y="3640166"/>
          <a:ext cx="503420" cy="5034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4418C4-2EE5-499D-B11D-2D602193A6C0}">
      <dsp:nvSpPr>
        <dsp:cNvPr id="0" name=""/>
        <dsp:cNvSpPr/>
      </dsp:nvSpPr>
      <dsp:spPr>
        <a:xfrm>
          <a:off x="1057183" y="3434221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Develop artist-focused AI tools</a:t>
          </a:r>
        </a:p>
      </dsp:txBody>
      <dsp:txXfrm>
        <a:off x="1057183" y="3434221"/>
        <a:ext cx="9458416" cy="91531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288CCA-1063-4E21-AD54-3304939EFEA9}">
      <dsp:nvSpPr>
        <dsp:cNvPr id="0" name=""/>
        <dsp:cNvSpPr/>
      </dsp:nvSpPr>
      <dsp:spPr>
        <a:xfrm>
          <a:off x="1155" y="517704"/>
          <a:ext cx="2464946" cy="1478968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AI does not eliminate creativity</a:t>
          </a:r>
        </a:p>
      </dsp:txBody>
      <dsp:txXfrm>
        <a:off x="44472" y="561021"/>
        <a:ext cx="2378312" cy="1392334"/>
      </dsp:txXfrm>
    </dsp:sp>
    <dsp:sp modelId="{DE8363AB-0F9F-471B-9FD8-C6F2DFEA68BF}">
      <dsp:nvSpPr>
        <dsp:cNvPr id="0" name=""/>
        <dsp:cNvSpPr/>
      </dsp:nvSpPr>
      <dsp:spPr>
        <a:xfrm>
          <a:off x="2683017" y="951535"/>
          <a:ext cx="522568" cy="611306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2683017" y="1073796"/>
        <a:ext cx="365798" cy="366784"/>
      </dsp:txXfrm>
    </dsp:sp>
    <dsp:sp modelId="{E38E7629-79AB-4195-B838-E3AEBC450727}">
      <dsp:nvSpPr>
        <dsp:cNvPr id="0" name=""/>
        <dsp:cNvSpPr/>
      </dsp:nvSpPr>
      <dsp:spPr>
        <a:xfrm>
          <a:off x="3452081" y="517704"/>
          <a:ext cx="2464946" cy="1478968"/>
        </a:xfrm>
        <a:prstGeom prst="roundRect">
          <a:avLst>
            <a:gd name="adj" fmla="val 10000"/>
          </a:avLst>
        </a:prstGeom>
        <a:solidFill>
          <a:schemeClr val="accent5">
            <a:hueOff val="-4050717"/>
            <a:satOff val="-275"/>
            <a:lumOff val="65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AI reshapes how creativity works</a:t>
          </a:r>
        </a:p>
      </dsp:txBody>
      <dsp:txXfrm>
        <a:off x="3495398" y="561021"/>
        <a:ext cx="2378312" cy="1392334"/>
      </dsp:txXfrm>
    </dsp:sp>
    <dsp:sp modelId="{20959B0A-186E-4E76-A91F-3543C100AC11}">
      <dsp:nvSpPr>
        <dsp:cNvPr id="0" name=""/>
        <dsp:cNvSpPr/>
      </dsp:nvSpPr>
      <dsp:spPr>
        <a:xfrm rot="5400000">
          <a:off x="4423270" y="2169218"/>
          <a:ext cx="522568" cy="611306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 rot="-5400000">
        <a:off x="4501162" y="2213587"/>
        <a:ext cx="366784" cy="365798"/>
      </dsp:txXfrm>
    </dsp:sp>
    <dsp:sp modelId="{6B8FEAC1-9C1E-4B3D-8F62-D1FD4686BBF8}">
      <dsp:nvSpPr>
        <dsp:cNvPr id="0" name=""/>
        <dsp:cNvSpPr/>
      </dsp:nvSpPr>
      <dsp:spPr>
        <a:xfrm>
          <a:off x="3452081" y="2982651"/>
          <a:ext cx="2464946" cy="1478968"/>
        </a:xfrm>
        <a:prstGeom prst="roundRect">
          <a:avLst>
            <a:gd name="adj" fmla="val 10000"/>
          </a:avLst>
        </a:prstGeom>
        <a:solidFill>
          <a:schemeClr val="accent5">
            <a:hueOff val="-8101434"/>
            <a:satOff val="-551"/>
            <a:lumOff val="13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Redefine originality</a:t>
          </a:r>
        </a:p>
      </dsp:txBody>
      <dsp:txXfrm>
        <a:off x="3495398" y="3025968"/>
        <a:ext cx="2378312" cy="1392334"/>
      </dsp:txXfrm>
    </dsp:sp>
    <dsp:sp modelId="{8FC74650-61E9-4B08-89A0-E21545CCAC23}">
      <dsp:nvSpPr>
        <dsp:cNvPr id="0" name=""/>
        <dsp:cNvSpPr/>
      </dsp:nvSpPr>
      <dsp:spPr>
        <a:xfrm rot="10800000">
          <a:off x="2712597" y="3416481"/>
          <a:ext cx="522568" cy="611306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 rot="10800000">
        <a:off x="2869367" y="3538742"/>
        <a:ext cx="365798" cy="366784"/>
      </dsp:txXfrm>
    </dsp:sp>
    <dsp:sp modelId="{7B7C7509-EB6E-4BB0-878D-D96965C968E2}">
      <dsp:nvSpPr>
        <dsp:cNvPr id="0" name=""/>
        <dsp:cNvSpPr/>
      </dsp:nvSpPr>
      <dsp:spPr>
        <a:xfrm>
          <a:off x="1155" y="2982651"/>
          <a:ext cx="2464946" cy="1478968"/>
        </a:xfrm>
        <a:prstGeom prst="roundRect">
          <a:avLst>
            <a:gd name="adj" fmla="val 10000"/>
          </a:avLst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AI is a new creative medium</a:t>
          </a:r>
        </a:p>
      </dsp:txBody>
      <dsp:txXfrm>
        <a:off x="44472" y="3025968"/>
        <a:ext cx="2378312" cy="13923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A48B5-6467-1095-32ED-AE4DC157E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1698FC-0A7C-FAB4-AC00-CB5799BE5D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E9488E-251B-5C87-1A16-D70B83712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DEEC3-681B-4022-BB6D-EB400593584F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1A2488-5662-5062-E86B-5E6F330B5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3DC0E5-7A14-7911-1823-54BAB9A39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15E9B-5F19-46E0-9128-8C344B4FF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245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FD301-6CA9-9700-46BC-BD2F667B0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D0343-8D83-8CEB-F952-A8F534B84D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6C491E-060A-C5A5-B72C-171F04F58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DEEC3-681B-4022-BB6D-EB400593584F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F4B615-388A-1B5C-AF8B-CA4BB2D71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1B5851-7F73-7301-A932-06B1985DD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15E9B-5F19-46E0-9128-8C344B4FF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205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CC953-6B2E-A8E3-9804-A511D45C6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38534E-DD5B-ACE9-ACA9-28653DA015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BF658F-80A6-ABA5-0DA2-5B8669234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DEEC3-681B-4022-BB6D-EB400593584F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A293C6-2263-3DC4-6E1E-7B6C8B511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4A0B9A-A485-9357-B919-B096A9E2D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15E9B-5F19-46E0-9128-8C344B4FF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407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055-C970-9FCC-2D26-8FE4F7EE8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190EED-80D5-D2C1-E6B4-72FE292213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6DE6D1-A45F-7CCA-3CDB-A5920FCD74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A95001-216C-5925-0C42-9B6D4C227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DEEC3-681B-4022-BB6D-EB400593584F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94F791-0BF0-675B-AD8C-ADBDD959F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2847E1-7043-947E-F52E-FB43AA2E6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15E9B-5F19-46E0-9128-8C344B4FF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075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B653B-45DD-3D55-6B96-2B5F93BA0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AD6565-8396-C2BE-E4DB-1D7F61A3F0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02E33A-42BD-D2E2-4789-0F3AEE0B45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884D89-8DC8-C3C8-C167-C598275F1F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5129BF-8E3C-80EF-A185-BC2212593D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CFDEB6-C05B-FEE1-C544-60F124459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DEEC3-681B-4022-BB6D-EB400593584F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046F9D-9468-BD96-B5B9-AEE0D7BDC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BFC2A1-C7AA-F1CF-29E9-BDE2BC525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15E9B-5F19-46E0-9128-8C344B4FF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138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1545F-D27A-400A-97C4-BC3BD9A86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032F6D-8327-3954-EABF-73F7AE6F8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DEEC3-681B-4022-BB6D-EB400593584F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77BD4B-AB23-6CDA-E752-3FF01848F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248357-F595-C058-012E-893AD5942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15E9B-5F19-46E0-9128-8C344B4FF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31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97FD0A-AEBD-5D95-E464-0F6AD1DBE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DEEC3-681B-4022-BB6D-EB400593584F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262392-A875-1404-7F6B-6C74C0A2E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F8A029-8CE0-280B-A8FE-1CB69D9F5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15E9B-5F19-46E0-9128-8C344B4FF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85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F7116-D9DC-72C8-5E9F-87B1B20F1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BE7CBC-EB28-B2EB-189F-4A63CFEBDC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5F9734-CE0C-DFAF-4EF9-78402212FF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787AC4-B847-5A6B-6A26-47AD63F6B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DEEC3-681B-4022-BB6D-EB400593584F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953020-BF5C-8180-8613-CFB39417C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7D133B-0E70-3183-DE50-D8C6E3930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15E9B-5F19-46E0-9128-8C344B4FF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3530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20F66-6686-6B97-D3B1-728B55C1E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E0D104-0804-7BA6-5B92-3D937D24B2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AE5072-5AE2-82FB-A48B-FCC572D493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ED0A60-595A-E0EB-2E7F-810558504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DEEC3-681B-4022-BB6D-EB400593584F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F6AA90-4F81-76B5-D2CB-97D7566BC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19119C-D8D6-28A6-2A65-B350DEB2D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15E9B-5F19-46E0-9128-8C344B4FF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4728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5C42F-8282-646A-3FD3-0B0BFC56F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34C69B-CA0A-692C-D1C5-18787EA719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EC2D2F-7B97-3A31-1DF8-BDB1EF01A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DEEC3-681B-4022-BB6D-EB400593584F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93F0E8-CB37-5ED7-27E8-C65230EBB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8AD69E-9F51-4A41-7181-4851D9B5D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15E9B-5F19-46E0-9128-8C344B4FF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806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C1802F-0B23-1273-9F28-3F8A78A08D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26FFBD-D5B3-330B-9944-1CAFF12B21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B231DA-D52A-E321-DEC4-EB60AD73F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DEEC3-681B-4022-BB6D-EB400593584F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A40B3F-F0BD-8513-4DF3-12408A832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5F847-7719-E61F-881A-F36725B27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15E9B-5F19-46E0-9128-8C344B4FF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597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EDCCD6-F551-E735-0858-0EB313D6E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AF5D80-C5CA-214A-52DF-0DD9266395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A38DF9-7B34-E6F5-3A16-F3D6D012C3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CDEEC3-681B-4022-BB6D-EB400593584F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C91221-C714-AEB6-12C6-0423EDEB7C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43AF13-E46C-C186-A2C7-749343B65E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C15E9B-5F19-46E0-9128-8C344B4FF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64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lawandpass.org/" TargetMode="External"/><Relationship Id="rId2" Type="http://schemas.openxmlformats.org/officeDocument/2006/relationships/hyperlink" Target="https://www.art-icle.com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A839F6-C81B-9B4E-DD8A-55302A89FF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 b="1">
                <a:solidFill>
                  <a:srgbClr val="FFFFFF"/>
                </a:solidFill>
              </a:rPr>
              <a:t>Effect of Artificial Intelligence on Human Creativity and Originality</a:t>
            </a:r>
            <a:endParaRPr lang="en-US" sz="480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4BD30A-08AF-6824-EB02-F057718A2C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/>
              <a:t>Lillian Irvine</a:t>
            </a:r>
          </a:p>
        </p:txBody>
      </p:sp>
    </p:spTree>
    <p:extLst>
      <p:ext uri="{BB962C8B-B14F-4D97-AF65-F5344CB8AC3E}">
        <p14:creationId xmlns:p14="http://schemas.microsoft.com/office/powerpoint/2010/main" val="3026121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ED091-E1AF-2F83-83DB-D7C266D13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Introduction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C18A8E4-0246-BC12-B57B-46DCF12439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947493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14874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1C3630-5C05-9E8A-B0FC-04E2907A7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What is Creativity: 4-C Model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10A0798-FEA2-BF5C-9547-D472E17998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9900438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667353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5BBD19-9C3E-A9FF-4B3B-2DEC1DC95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AI and Creativity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26E1F64-814C-72C7-5924-12BB5083D1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01474109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78294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12467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183EFF-2F3A-2C8E-817B-808A4C615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Originality Concerns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1759F38C-C5D9-B09D-2085-52A597076B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14191995"/>
              </p:ext>
            </p:extLst>
          </p:nvPr>
        </p:nvGraphicFramePr>
        <p:xfrm>
          <a:off x="5207640" y="643466"/>
          <a:ext cx="6291714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218159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45D489D-16E1-484D-867B-144368D74B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A496F5-B01E-4BF8-9D1E-C4E53B6F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2257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6E895C8D-1379-40B8-8B1B-B6F5AEAF0A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746107">
            <a:off x="2906963" y="1348064"/>
            <a:ext cx="2987899" cy="2987899"/>
          </a:xfrm>
          <a:prstGeom prst="arc">
            <a:avLst>
              <a:gd name="adj1" fmla="val 14612914"/>
              <a:gd name="adj2" fmla="val 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FB111D-1369-7B12-6F9F-0A6413E6D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AI as a Creative Tool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1945543-2FFB-3D6C-FEEF-C806D30404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7293434"/>
              </p:ext>
            </p:extLst>
          </p:nvPr>
        </p:nvGraphicFramePr>
        <p:xfrm>
          <a:off x="5237018" y="653693"/>
          <a:ext cx="6303729" cy="55608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971425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0693B9-E631-66D3-686F-70827F17D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/>
              <a:t>Ongoing Debates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73E1E7C-8FDA-4399-5AEB-3AA037847C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96209412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613240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A4AA793-D39B-A7DD-143B-DBF401F64C5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5055" b="10675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80E1DB-72C1-8266-FE6A-4BE76F09A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Legal and Ethical Issues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A81CF63-F1DC-725C-A028-F220AD4A18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8097591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447438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D87D3-4BC1-334E-2799-6AA96409F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Further Research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881D610-1E39-7EBD-4035-2D20456504C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536884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1F6BF70-C7D1-4AF9-8DB4-BEEB8A9C35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361808-A4B7-93DB-82E8-19D1580D2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5" y="1097280"/>
            <a:ext cx="3796306" cy="4666207"/>
          </a:xfrm>
        </p:spPr>
        <p:txBody>
          <a:bodyPr anchor="ctr">
            <a:normAutofit/>
          </a:bodyPr>
          <a:lstStyle/>
          <a:p>
            <a:r>
              <a:rPr lang="en-US" sz="4800"/>
              <a:t>Conclusion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C66A8B6-1F6E-4FCC-93B9-B9986B6FD1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576" y="5945955"/>
            <a:ext cx="12109423" cy="525780"/>
            <a:chOff x="82576" y="5945955"/>
            <a:chExt cx="12109423" cy="52578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AF7C4FD-65AD-4BBE-886A-D2E923F94C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-103361" y="6131892"/>
              <a:ext cx="524256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BA8278B-6DF7-481F-B1FA-FFE7D6C3C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5998176" y="277912"/>
              <a:ext cx="524256" cy="1186339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3706" y="587829"/>
            <a:ext cx="6505300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67A9F61-2B8F-6864-4111-849D7B548B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733007"/>
              </p:ext>
            </p:extLst>
          </p:nvPr>
        </p:nvGraphicFramePr>
        <p:xfrm>
          <a:off x="5431536" y="1014153"/>
          <a:ext cx="5918184" cy="49793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0483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AD318CC-E2A8-4E27-9548-A047A7899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0219A9-880C-4A81-6A3A-FAAAEB32972C}"/>
              </a:ext>
            </a:extLst>
          </p:cNvPr>
          <p:cNvSpPr txBox="1"/>
          <p:nvPr/>
        </p:nvSpPr>
        <p:spPr>
          <a:xfrm>
            <a:off x="645065" y="1463040"/>
            <a:ext cx="3796306" cy="269094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References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14B560F-9DD7-4302-A60B-EBD3EF59B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9667" y="4415246"/>
            <a:ext cx="11982332" cy="2087795"/>
            <a:chOff x="143163" y="5763486"/>
            <a:chExt cx="11982332" cy="739555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A9A4357-BD1D-4622-A4FE-766E6AB8D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21D6966-343E-49AC-A026-D2497E0C3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3706" y="587829"/>
            <a:ext cx="6505300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E9CF9A-3432-82AB-3A7D-DCD0DF9917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6218" y="1463039"/>
            <a:ext cx="5542387" cy="43004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200"/>
              <a:t>[1] ART/icle: Journal of Art and Design, “Artificial Intelligence and Originality in Design.” [Online]. Available: </a:t>
            </a:r>
            <a:r>
              <a:rPr lang="en-US" sz="1200" u="sng">
                <a:hlinkClick r:id="rId2"/>
              </a:rPr>
              <a:t>https://www.art-icle.com</a:t>
            </a:r>
            <a:r>
              <a:rPr lang="en-US" sz="1200"/>
              <a:t>. [Accessed: Feb. 7, 2026]</a:t>
            </a:r>
          </a:p>
          <a:p>
            <a:r>
              <a:rPr lang="en-US" sz="1200"/>
              <a:t>[2] “Artificial intelligence as a tool for creativity,” </a:t>
            </a:r>
            <a:r>
              <a:rPr lang="en-US" sz="1200" i="1"/>
              <a:t>ScienceDirect</a:t>
            </a:r>
            <a:r>
              <a:rPr lang="en-US" sz="1200"/>
              <a:t>. [Online]. Available: </a:t>
            </a:r>
            <a:r>
              <a:rPr lang="en-US" sz="1200" u="sng"/>
              <a:t>https://www.sciencedirect.com. [Accessed: Feb 12, 2016]</a:t>
            </a:r>
            <a:endParaRPr lang="en-US" sz="1200"/>
          </a:p>
          <a:p>
            <a:r>
              <a:rPr lang="en-US" sz="1200"/>
              <a:t>[3] T. Moura, “Artificial Intelligence Creates Art? An Experimental Investigation of Value and Creativity Perceptions,” 2023.[Accessed: Jan 27, 2026]</a:t>
            </a:r>
          </a:p>
          <a:p>
            <a:r>
              <a:rPr lang="en-US" sz="1200"/>
              <a:t>[4] S. E. Golann, “Psychological study of creativity,” </a:t>
            </a:r>
            <a:r>
              <a:rPr lang="en-US" sz="1200" i="1"/>
              <a:t>Psychological Bulletin</a:t>
            </a:r>
            <a:r>
              <a:rPr lang="en-US" sz="1200"/>
              <a:t>, vol. 60, no. 6, pp. 548–565, 1963. doi: 10.1037/h0041573. [Accessed: Mar 3, 2026]</a:t>
            </a:r>
          </a:p>
          <a:p>
            <a:r>
              <a:rPr lang="en-US" sz="1200"/>
              <a:t>[5] “Cognitive Freedom: Human Rights Born from Today’s Artificial Intelligence,” </a:t>
            </a:r>
            <a:r>
              <a:rPr lang="en-US" sz="1200" i="1"/>
              <a:t>LAW &amp; PASS</a:t>
            </a:r>
            <a:r>
              <a:rPr lang="en-US" sz="1200"/>
              <a:t>. [Online]. Available: </a:t>
            </a:r>
            <a:r>
              <a:rPr lang="en-US" sz="1200" u="sng">
                <a:hlinkClick r:id="rId3"/>
              </a:rPr>
              <a:t>https://lawandpass.org</a:t>
            </a:r>
            <a:r>
              <a:rPr lang="en-US" sz="1200"/>
              <a:t>. [Accessed: Dec 29, 2026]</a:t>
            </a:r>
          </a:p>
          <a:p>
            <a:r>
              <a:rPr lang="en-US" sz="1200"/>
              <a:t>[6] A. Mazzi, “Authorship in artificial intelligence-generated works: Exploring originality in text prompts and artificial intelligence outputs through philosophical foundations of copyright and collage protection,” </a:t>
            </a:r>
            <a:r>
              <a:rPr lang="en-US" sz="1200" i="1"/>
              <a:t>The Journal of World Intellectual Property</a:t>
            </a:r>
            <a:r>
              <a:rPr lang="en-US" sz="1200"/>
              <a:t>, 2024. [Accessed: Dec 29, 2026]</a:t>
            </a:r>
          </a:p>
          <a:p>
            <a:r>
              <a:rPr lang="en-US" sz="1200"/>
              <a:t>[7] “Artificial intelligence and creativity,” </a:t>
            </a:r>
            <a:r>
              <a:rPr lang="en-US" sz="1200" i="1"/>
              <a:t>SAGE Journals</a:t>
            </a:r>
            <a:r>
              <a:rPr lang="en-US" sz="1200"/>
              <a:t>. [Online]. Available: </a:t>
            </a:r>
            <a:r>
              <a:rPr lang="en-US" sz="1200" u="sng"/>
              <a:t>https://journals.sagepub.com/doi/abs/10.1037/a0013688. [Accessed: Dec 29, 2026]</a:t>
            </a:r>
            <a:endParaRPr lang="en-US" sz="1200"/>
          </a:p>
          <a:p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41531476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9871</TotalTime>
  <Words>479</Words>
  <Application>Microsoft Office PowerPoint</Application>
  <PresentationFormat>Widescreen</PresentationFormat>
  <Paragraphs>54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Office Theme</vt:lpstr>
      <vt:lpstr>Effect of Artificial Intelligence on Human Creativity and Originality</vt:lpstr>
      <vt:lpstr>Introduction</vt:lpstr>
      <vt:lpstr>What is Creativity: 4-C Model</vt:lpstr>
      <vt:lpstr>AI and Creativity</vt:lpstr>
      <vt:lpstr>Originality Concerns</vt:lpstr>
      <vt:lpstr>AI as a Creative Tool</vt:lpstr>
      <vt:lpstr>Ongoing Debates</vt:lpstr>
      <vt:lpstr>Legal and Ethical Issues</vt:lpstr>
      <vt:lpstr>Further Research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Irvine, Lillian</dc:creator>
  <cp:lastModifiedBy>Irvine, Lillian</cp:lastModifiedBy>
  <cp:revision>3</cp:revision>
  <dcterms:created xsi:type="dcterms:W3CDTF">2026-04-22T00:48:45Z</dcterms:created>
  <dcterms:modified xsi:type="dcterms:W3CDTF">2026-04-30T13:54:20Z</dcterms:modified>
</cp:coreProperties>
</file>